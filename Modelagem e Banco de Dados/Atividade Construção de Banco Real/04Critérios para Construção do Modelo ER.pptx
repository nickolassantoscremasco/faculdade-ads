
<file path=[Content_Types].xml><?xml version="1.0" encoding="utf-8"?>
<Types xmlns="http://schemas.openxmlformats.org/package/2006/content-types">
  <Default Extension="xml" ContentType="application/xml"/>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9.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30.xml" ContentType="application/vnd.openxmlformats-officedocument.presentationml.slide+xml"/>
  <Override PartName="/ppt/slides/slide26.xml" ContentType="application/vnd.openxmlformats-officedocument.presentationml.slide+xml"/>
  <Override PartName="/ppt/notesSlides/notesSlide30.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4.xml" ContentType="application/vnd.openxmlformats-officedocument.presentationml.slide+xml"/>
  <Override PartName="/ppt/slides/slide25.xml" ContentType="application/vnd.openxmlformats-officedocument.presentationml.slide+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notesSlides/notesSlide28.xml" ContentType="application/vnd.openxmlformats-officedocument.presentationml.notesSlide+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s/slide29.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2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3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9144000"/>
  <p:defaultTextStyle>
    <a:defPPr>
      <a:defRPr lang="pt-B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9" d="100"/>
          <a:sy n="69" d="100"/>
        </p:scale>
        <p:origin x="780" y="6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notesMaster" Target="notesMasters/notesMaster1.xml"/><Relationship Id="rId35" Type="http://schemas.openxmlformats.org/officeDocument/2006/relationships/presProps" Target="presProps.xml" /><Relationship Id="rId36" Type="http://schemas.openxmlformats.org/officeDocument/2006/relationships/tableStyles" Target="tableStyles.xml" /><Relationship Id="rId3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89A5CF2-5584-7487-FA74-D013AFE521FE}"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620BAE9-935B-7093-CF9B-793BC3E063FD}"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87026E0-25F7-2B46-06BC-B4A0B8A52076}"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7660F97-C5AD-56AB-2D4D-F9555FF940A6}"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225215E-59A3-BD40-8D70-3C06D83A6F71}"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81AE1A5-E933-9F88-C9C1-00EA75407FE9}"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3A22FB9-6051-AB7D-AB9D-77EB2E36E2B4}"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C7AA3E4-B22F-1544-88A3-B70AC9781A75}"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4C7C01A-3E8C-071A-AA73-0CD09DF110F6}"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ED06A9E-F538-7DFE-C026-5FBB2FEE963B}"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AE4075C-FE6F-22CE-B460-20A2FFEE8456}"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A419131-6DC5-AD26-2E4C-C9F1155AD5BF}"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1464303-5DF1-79C8-41FA-AC7362FE48A9}"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76D92FB-49AB-5C98-2C3C-F3A0AEDBD790}"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F0BAE9D-8424-AD8F-A9C4-4179D60D43F8}"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521E81B-FCEC-7A70-6766-71EC4EC20F1A}"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1703A83-65F4-634C-4EA3-781F2E0F25F2}"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25D9EC8-B587-F466-B761-BB0EEF2E429C}"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2CFB986-6CD6-DB2A-2F8D-93FCFAF6985D}"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CC4822D-9051-B193-6716-E448C8770B0D}"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58369AE-D17B-D1DD-45D6-379235D5B295}"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565ACE-BEF6-E570-E51D-4FABF726DB83}"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A55867D-7934-0041-3C42-318F975B6D7A}"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EB99732-955F-3145-FA5B-A234C3B19236}"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EF9E9C6-D0D7-4F59-A6C8-724E9B125C56}"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61265D9-7BE4-BA0E-C400-8663EA79E2E8}"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20E4ACE-85C3-8916-15E4-EB60B0548DCE}"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E0D2C76-8DA2-8095-FBC2-7FE2BD1153C3}"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76B5922-FF2F-A309-2CC0-C935B26A77C4}"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BC56440-724E-266F-17EC-01551DE8E3ED}"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Slide de Título">
    <p:spTree>
      <p:nvGrpSpPr>
        <p:cNvPr id="1" name=""/>
        <p:cNvGrpSpPr/>
        <p:nvPr/>
      </p:nvGrpSpPr>
      <p:grpSpPr bwMode="auto">
        <a:xfrm>
          <a:off x="0" y="0"/>
          <a:ext cx="0" cy="0"/>
          <a:chOff x="0" y="0"/>
          <a:chExt cx="0" cy="0"/>
        </a:xfrm>
      </p:grpSpPr>
      <p:sp>
        <p:nvSpPr>
          <p:cNvPr id="828565799" name="Título 1"/>
          <p:cNvSpPr>
            <a:spLocks noGrp="1"/>
          </p:cNvSpPr>
          <p:nvPr>
            <p:ph type="ctrTitle"/>
          </p:nvPr>
        </p:nvSpPr>
        <p:spPr bwMode="auto">
          <a:xfrm>
            <a:off x="1524000" y="1122363"/>
            <a:ext cx="9144000" cy="2387600"/>
          </a:xfrm>
        </p:spPr>
        <p:txBody>
          <a:bodyPr anchor="b"/>
          <a:lstStyle>
            <a:lvl1pPr algn="ctr">
              <a:defRPr sz="6000"/>
            </a:lvl1pPr>
          </a:lstStyle>
          <a:p>
            <a:pPr>
              <a:defRPr/>
            </a:pPr>
            <a:r>
              <a:rPr lang="pt-BR"/>
              <a:t>Clique para editar o título mestre</a:t>
            </a:r>
            <a:endParaRPr/>
          </a:p>
        </p:txBody>
      </p:sp>
      <p:sp>
        <p:nvSpPr>
          <p:cNvPr id="1266701135" name="Subtítulo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pt-BR"/>
              <a:t>Clique para editar o estilo do subtítulo Mestre</a:t>
            </a:r>
            <a:endParaRPr/>
          </a:p>
        </p:txBody>
      </p:sp>
      <p:sp>
        <p:nvSpPr>
          <p:cNvPr id="1482657373" name="Espaço Reservado para Data 3"/>
          <p:cNvSpPr>
            <a:spLocks noGrp="1"/>
          </p:cNvSpPr>
          <p:nvPr>
            <p:ph type="dt" sz="half" idx="10"/>
          </p:nvPr>
        </p:nvSpPr>
        <p:spPr bwMode="auto"/>
        <p:txBody>
          <a:bodyPr/>
          <a:lstStyle/>
          <a:p>
            <a:pPr>
              <a:defRPr/>
            </a:pPr>
            <a:fld id="{DA489983-442F-45FC-822A-54A3DDB89302}" type="datetimeFigureOut">
              <a:rPr lang="pt-BR"/>
              <a:t>31/08/2026</a:t>
            </a:fld>
            <a:endParaRPr lang="pt-BR"/>
          </a:p>
        </p:txBody>
      </p:sp>
      <p:sp>
        <p:nvSpPr>
          <p:cNvPr id="1323052975" name="Espaço Reservado para Rodapé 4"/>
          <p:cNvSpPr>
            <a:spLocks noGrp="1"/>
          </p:cNvSpPr>
          <p:nvPr>
            <p:ph type="ftr" sz="quarter" idx="11"/>
          </p:nvPr>
        </p:nvSpPr>
        <p:spPr bwMode="auto"/>
        <p:txBody>
          <a:bodyPr/>
          <a:lstStyle/>
          <a:p>
            <a:pPr>
              <a:defRPr/>
            </a:pPr>
            <a:endParaRPr lang="pt-BR"/>
          </a:p>
        </p:txBody>
      </p:sp>
      <p:sp>
        <p:nvSpPr>
          <p:cNvPr id="258494393" name="Espaço Reservado para Número de Slide 5"/>
          <p:cNvSpPr>
            <a:spLocks noGrp="1"/>
          </p:cNvSpPr>
          <p:nvPr>
            <p:ph type="sldNum" sz="quarter" idx="12"/>
          </p:nvPr>
        </p:nvSpPr>
        <p:spPr bwMode="auto"/>
        <p:txBody>
          <a:bodyPr/>
          <a:lstStyle/>
          <a:p>
            <a:pPr>
              <a:defRPr/>
            </a:pPr>
            <a:fld id="{4F4FBC51-0E2E-40C0-AED6-CC8FBDAD0ED8}" type="slidenum">
              <a:rPr lang="pt-B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ítulo e Conteúdo">
    <p:spTree>
      <p:nvGrpSpPr>
        <p:cNvPr id="1" name=""/>
        <p:cNvGrpSpPr/>
        <p:nvPr/>
      </p:nvGrpSpPr>
      <p:grpSpPr bwMode="auto">
        <a:xfrm>
          <a:off x="0" y="0"/>
          <a:ext cx="0" cy="0"/>
          <a:chOff x="0" y="0"/>
          <a:chExt cx="0" cy="0"/>
        </a:xfrm>
      </p:grpSpPr>
      <p:sp>
        <p:nvSpPr>
          <p:cNvPr id="2019329671" name="Título 1"/>
          <p:cNvSpPr>
            <a:spLocks noGrp="1"/>
          </p:cNvSpPr>
          <p:nvPr>
            <p:ph type="title"/>
          </p:nvPr>
        </p:nvSpPr>
        <p:spPr bwMode="auto"/>
        <p:txBody>
          <a:bodyPr/>
          <a:lstStyle/>
          <a:p>
            <a:pPr>
              <a:defRPr/>
            </a:pPr>
            <a:r>
              <a:rPr lang="pt-BR"/>
              <a:t>Clique para editar o título mestre</a:t>
            </a:r>
            <a:endParaRPr/>
          </a:p>
        </p:txBody>
      </p:sp>
      <p:sp>
        <p:nvSpPr>
          <p:cNvPr id="390181155" name="Espaço Reservado para Conteúdo 2"/>
          <p:cNvSpPr>
            <a:spLocks noGrp="1"/>
          </p:cNvSpPr>
          <p:nvPr>
            <p:ph idx="1"/>
          </p:nvPr>
        </p:nvSpPr>
        <p:spPr bwMode="auto"/>
        <p:txBody>
          <a:body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731597229" name="Espaço Reservado para Data 3"/>
          <p:cNvSpPr>
            <a:spLocks noGrp="1"/>
          </p:cNvSpPr>
          <p:nvPr>
            <p:ph type="dt" sz="half" idx="10"/>
          </p:nvPr>
        </p:nvSpPr>
        <p:spPr bwMode="auto"/>
        <p:txBody>
          <a:bodyPr/>
          <a:lstStyle/>
          <a:p>
            <a:pPr>
              <a:defRPr/>
            </a:pPr>
            <a:fld id="{DA489983-442F-45FC-822A-54A3DDB89302}" type="datetimeFigureOut">
              <a:rPr lang="pt-BR"/>
              <a:t>31/08/2026</a:t>
            </a:fld>
            <a:endParaRPr lang="pt-BR"/>
          </a:p>
        </p:txBody>
      </p:sp>
      <p:sp>
        <p:nvSpPr>
          <p:cNvPr id="1016333445" name="Espaço Reservado para Rodapé 4"/>
          <p:cNvSpPr>
            <a:spLocks noGrp="1"/>
          </p:cNvSpPr>
          <p:nvPr>
            <p:ph type="ftr" sz="quarter" idx="11"/>
          </p:nvPr>
        </p:nvSpPr>
        <p:spPr bwMode="auto"/>
        <p:txBody>
          <a:bodyPr/>
          <a:lstStyle/>
          <a:p>
            <a:pPr>
              <a:defRPr/>
            </a:pPr>
            <a:endParaRPr lang="pt-BR"/>
          </a:p>
        </p:txBody>
      </p:sp>
      <p:sp>
        <p:nvSpPr>
          <p:cNvPr id="770222823" name="Espaço Reservado para Número de Slide 5"/>
          <p:cNvSpPr>
            <a:spLocks noGrp="1"/>
          </p:cNvSpPr>
          <p:nvPr>
            <p:ph type="sldNum" sz="quarter" idx="12"/>
          </p:nvPr>
        </p:nvSpPr>
        <p:spPr bwMode="auto"/>
        <p:txBody>
          <a:bodyPr/>
          <a:lstStyle/>
          <a:p>
            <a:pPr>
              <a:defRPr/>
            </a:pPr>
            <a:fld id="{4F4FBC51-0E2E-40C0-AED6-CC8FBDAD0ED8}" type="slidenum">
              <a:rPr lang="pt-B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Cabeçalho da Seção">
    <p:spTree>
      <p:nvGrpSpPr>
        <p:cNvPr id="1" name=""/>
        <p:cNvGrpSpPr/>
        <p:nvPr/>
      </p:nvGrpSpPr>
      <p:grpSpPr bwMode="auto">
        <a:xfrm>
          <a:off x="0" y="0"/>
          <a:ext cx="0" cy="0"/>
          <a:chOff x="0" y="0"/>
          <a:chExt cx="0" cy="0"/>
        </a:xfrm>
      </p:grpSpPr>
      <p:sp>
        <p:nvSpPr>
          <p:cNvPr id="296776571" name="Título 1"/>
          <p:cNvSpPr>
            <a:spLocks noGrp="1"/>
          </p:cNvSpPr>
          <p:nvPr>
            <p:ph type="title"/>
          </p:nvPr>
        </p:nvSpPr>
        <p:spPr bwMode="auto">
          <a:xfrm>
            <a:off x="831850" y="1709738"/>
            <a:ext cx="10515600" cy="2852737"/>
          </a:xfrm>
        </p:spPr>
        <p:txBody>
          <a:bodyPr anchor="b"/>
          <a:lstStyle>
            <a:lvl1pPr>
              <a:defRPr sz="6000"/>
            </a:lvl1pPr>
          </a:lstStyle>
          <a:p>
            <a:pPr>
              <a:defRPr/>
            </a:pPr>
            <a:r>
              <a:rPr lang="pt-BR"/>
              <a:t>Clique para editar o título mestre</a:t>
            </a:r>
            <a:endParaRPr/>
          </a:p>
        </p:txBody>
      </p:sp>
      <p:sp>
        <p:nvSpPr>
          <p:cNvPr id="548981376" name="Espaço Reservado para Texto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pt-BR"/>
              <a:t>Editar estilos de texto Mestre</a:t>
            </a:r>
            <a:endParaRPr/>
          </a:p>
        </p:txBody>
      </p:sp>
      <p:sp>
        <p:nvSpPr>
          <p:cNvPr id="11362090" name="Espaço Reservado para Data 3"/>
          <p:cNvSpPr>
            <a:spLocks noGrp="1"/>
          </p:cNvSpPr>
          <p:nvPr>
            <p:ph type="dt" sz="half" idx="10"/>
          </p:nvPr>
        </p:nvSpPr>
        <p:spPr bwMode="auto"/>
        <p:txBody>
          <a:bodyPr/>
          <a:lstStyle/>
          <a:p>
            <a:pPr>
              <a:defRPr/>
            </a:pPr>
            <a:fld id="{DA489983-442F-45FC-822A-54A3DDB89302}" type="datetimeFigureOut">
              <a:rPr lang="pt-BR"/>
              <a:t>31/08/2026</a:t>
            </a:fld>
            <a:endParaRPr lang="pt-BR"/>
          </a:p>
        </p:txBody>
      </p:sp>
      <p:sp>
        <p:nvSpPr>
          <p:cNvPr id="253754253" name="Espaço Reservado para Rodapé 4"/>
          <p:cNvSpPr>
            <a:spLocks noGrp="1"/>
          </p:cNvSpPr>
          <p:nvPr>
            <p:ph type="ftr" sz="quarter" idx="11"/>
          </p:nvPr>
        </p:nvSpPr>
        <p:spPr bwMode="auto"/>
        <p:txBody>
          <a:bodyPr/>
          <a:lstStyle/>
          <a:p>
            <a:pPr>
              <a:defRPr/>
            </a:pPr>
            <a:endParaRPr lang="pt-BR"/>
          </a:p>
        </p:txBody>
      </p:sp>
      <p:sp>
        <p:nvSpPr>
          <p:cNvPr id="1028977856" name="Espaço Reservado para Número de Slide 5"/>
          <p:cNvSpPr>
            <a:spLocks noGrp="1"/>
          </p:cNvSpPr>
          <p:nvPr>
            <p:ph type="sldNum" sz="quarter" idx="12"/>
          </p:nvPr>
        </p:nvSpPr>
        <p:spPr bwMode="auto"/>
        <p:txBody>
          <a:bodyPr/>
          <a:lstStyle/>
          <a:p>
            <a:pPr>
              <a:defRPr/>
            </a:pPr>
            <a:fld id="{4F4FBC51-0E2E-40C0-AED6-CC8FBDAD0ED8}" type="slidenum">
              <a:rPr lang="pt-B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Duas Partes de Conteúdo">
    <p:spTree>
      <p:nvGrpSpPr>
        <p:cNvPr id="1" name=""/>
        <p:cNvGrpSpPr/>
        <p:nvPr/>
      </p:nvGrpSpPr>
      <p:grpSpPr bwMode="auto">
        <a:xfrm>
          <a:off x="0" y="0"/>
          <a:ext cx="0" cy="0"/>
          <a:chOff x="0" y="0"/>
          <a:chExt cx="0" cy="0"/>
        </a:xfrm>
      </p:grpSpPr>
      <p:sp>
        <p:nvSpPr>
          <p:cNvPr id="403494780" name="Título 1"/>
          <p:cNvSpPr>
            <a:spLocks noGrp="1"/>
          </p:cNvSpPr>
          <p:nvPr>
            <p:ph type="title"/>
          </p:nvPr>
        </p:nvSpPr>
        <p:spPr bwMode="auto"/>
        <p:txBody>
          <a:bodyPr/>
          <a:lstStyle/>
          <a:p>
            <a:pPr>
              <a:defRPr/>
            </a:pPr>
            <a:r>
              <a:rPr lang="pt-BR"/>
              <a:t>Clique para editar o título mestre</a:t>
            </a:r>
            <a:endParaRPr/>
          </a:p>
        </p:txBody>
      </p:sp>
      <p:sp>
        <p:nvSpPr>
          <p:cNvPr id="1061726402" name="Espaço Reservado para Conteúdo 2"/>
          <p:cNvSpPr>
            <a:spLocks noGrp="1"/>
          </p:cNvSpPr>
          <p:nvPr>
            <p:ph sz="half" idx="1"/>
          </p:nvPr>
        </p:nvSpPr>
        <p:spPr bwMode="auto">
          <a:xfrm>
            <a:off x="838200" y="1825625"/>
            <a:ext cx="5181600" cy="4351338"/>
          </a:xfrm>
        </p:spPr>
        <p:txBody>
          <a:body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551046402" name="Espaço Reservado para Conteúdo 3"/>
          <p:cNvSpPr>
            <a:spLocks noGrp="1"/>
          </p:cNvSpPr>
          <p:nvPr>
            <p:ph sz="half" idx="2"/>
          </p:nvPr>
        </p:nvSpPr>
        <p:spPr bwMode="auto">
          <a:xfrm>
            <a:off x="6172200" y="1825625"/>
            <a:ext cx="5181600" cy="4351338"/>
          </a:xfrm>
        </p:spPr>
        <p:txBody>
          <a:body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362287377" name="Espaço Reservado para Data 4"/>
          <p:cNvSpPr>
            <a:spLocks noGrp="1"/>
          </p:cNvSpPr>
          <p:nvPr>
            <p:ph type="dt" sz="half" idx="10"/>
          </p:nvPr>
        </p:nvSpPr>
        <p:spPr bwMode="auto"/>
        <p:txBody>
          <a:bodyPr/>
          <a:lstStyle/>
          <a:p>
            <a:pPr>
              <a:defRPr/>
            </a:pPr>
            <a:fld id="{DA489983-442F-45FC-822A-54A3DDB89302}" type="datetimeFigureOut">
              <a:rPr lang="pt-BR"/>
              <a:t>31/08/2026</a:t>
            </a:fld>
            <a:endParaRPr lang="pt-BR"/>
          </a:p>
        </p:txBody>
      </p:sp>
      <p:sp>
        <p:nvSpPr>
          <p:cNvPr id="1467581520" name="Espaço Reservado para Rodapé 5"/>
          <p:cNvSpPr>
            <a:spLocks noGrp="1"/>
          </p:cNvSpPr>
          <p:nvPr>
            <p:ph type="ftr" sz="quarter" idx="11"/>
          </p:nvPr>
        </p:nvSpPr>
        <p:spPr bwMode="auto"/>
        <p:txBody>
          <a:bodyPr/>
          <a:lstStyle/>
          <a:p>
            <a:pPr>
              <a:defRPr/>
            </a:pPr>
            <a:endParaRPr lang="pt-BR"/>
          </a:p>
        </p:txBody>
      </p:sp>
      <p:sp>
        <p:nvSpPr>
          <p:cNvPr id="1139895785" name="Espaço Reservado para Número de Slide 6"/>
          <p:cNvSpPr>
            <a:spLocks noGrp="1"/>
          </p:cNvSpPr>
          <p:nvPr>
            <p:ph type="sldNum" sz="quarter" idx="12"/>
          </p:nvPr>
        </p:nvSpPr>
        <p:spPr bwMode="auto"/>
        <p:txBody>
          <a:bodyPr/>
          <a:lstStyle/>
          <a:p>
            <a:pPr>
              <a:defRPr/>
            </a:pPr>
            <a:fld id="{4F4FBC51-0E2E-40C0-AED6-CC8FBDAD0ED8}" type="slidenum">
              <a:rPr lang="pt-B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ação">
    <p:spTree>
      <p:nvGrpSpPr>
        <p:cNvPr id="1" name=""/>
        <p:cNvGrpSpPr/>
        <p:nvPr/>
      </p:nvGrpSpPr>
      <p:grpSpPr bwMode="auto">
        <a:xfrm>
          <a:off x="0" y="0"/>
          <a:ext cx="0" cy="0"/>
          <a:chOff x="0" y="0"/>
          <a:chExt cx="0" cy="0"/>
        </a:xfrm>
      </p:grpSpPr>
      <p:sp>
        <p:nvSpPr>
          <p:cNvPr id="2045032457" name="Título 1"/>
          <p:cNvSpPr>
            <a:spLocks noGrp="1"/>
          </p:cNvSpPr>
          <p:nvPr>
            <p:ph type="title"/>
          </p:nvPr>
        </p:nvSpPr>
        <p:spPr bwMode="auto">
          <a:xfrm>
            <a:off x="839788" y="365125"/>
            <a:ext cx="10515600" cy="1325563"/>
          </a:xfrm>
        </p:spPr>
        <p:txBody>
          <a:bodyPr/>
          <a:lstStyle/>
          <a:p>
            <a:pPr>
              <a:defRPr/>
            </a:pPr>
            <a:r>
              <a:rPr lang="pt-BR"/>
              <a:t>Clique para editar o título mestre</a:t>
            </a:r>
            <a:endParaRPr/>
          </a:p>
        </p:txBody>
      </p:sp>
      <p:sp>
        <p:nvSpPr>
          <p:cNvPr id="854859234" name="Espaço Reservado para Texto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pt-BR"/>
              <a:t>Editar estilos de texto Mestre</a:t>
            </a:r>
            <a:endParaRPr/>
          </a:p>
        </p:txBody>
      </p:sp>
      <p:sp>
        <p:nvSpPr>
          <p:cNvPr id="1766997814" name="Espaço Reservado para Conteúdo 3"/>
          <p:cNvSpPr>
            <a:spLocks noGrp="1"/>
          </p:cNvSpPr>
          <p:nvPr>
            <p:ph sz="half" idx="2"/>
          </p:nvPr>
        </p:nvSpPr>
        <p:spPr bwMode="auto">
          <a:xfrm>
            <a:off x="839788" y="2505074"/>
            <a:ext cx="5157787" cy="3684588"/>
          </a:xfrm>
        </p:spPr>
        <p:txBody>
          <a:body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916216719" name="Espaço Reservado para Texto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pt-BR"/>
              <a:t>Editar estilos de texto Mestre</a:t>
            </a:r>
            <a:endParaRPr/>
          </a:p>
        </p:txBody>
      </p:sp>
      <p:sp>
        <p:nvSpPr>
          <p:cNvPr id="1351066649" name="Espaço Reservado para Conteúdo 5"/>
          <p:cNvSpPr>
            <a:spLocks noGrp="1"/>
          </p:cNvSpPr>
          <p:nvPr>
            <p:ph sz="quarter" idx="4"/>
          </p:nvPr>
        </p:nvSpPr>
        <p:spPr bwMode="auto">
          <a:xfrm>
            <a:off x="6172200" y="2505074"/>
            <a:ext cx="5183188" cy="3684588"/>
          </a:xfrm>
        </p:spPr>
        <p:txBody>
          <a:body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335128998" name="Espaço Reservado para Data 6"/>
          <p:cNvSpPr>
            <a:spLocks noGrp="1"/>
          </p:cNvSpPr>
          <p:nvPr>
            <p:ph type="dt" sz="half" idx="10"/>
          </p:nvPr>
        </p:nvSpPr>
        <p:spPr bwMode="auto"/>
        <p:txBody>
          <a:bodyPr/>
          <a:lstStyle/>
          <a:p>
            <a:pPr>
              <a:defRPr/>
            </a:pPr>
            <a:fld id="{DA489983-442F-45FC-822A-54A3DDB89302}" type="datetimeFigureOut">
              <a:rPr lang="pt-BR"/>
              <a:t>31/08/2026</a:t>
            </a:fld>
            <a:endParaRPr lang="pt-BR"/>
          </a:p>
        </p:txBody>
      </p:sp>
      <p:sp>
        <p:nvSpPr>
          <p:cNvPr id="529295859" name="Espaço Reservado para Rodapé 7"/>
          <p:cNvSpPr>
            <a:spLocks noGrp="1"/>
          </p:cNvSpPr>
          <p:nvPr>
            <p:ph type="ftr" sz="quarter" idx="11"/>
          </p:nvPr>
        </p:nvSpPr>
        <p:spPr bwMode="auto"/>
        <p:txBody>
          <a:bodyPr/>
          <a:lstStyle/>
          <a:p>
            <a:pPr>
              <a:defRPr/>
            </a:pPr>
            <a:endParaRPr lang="pt-BR"/>
          </a:p>
        </p:txBody>
      </p:sp>
      <p:sp>
        <p:nvSpPr>
          <p:cNvPr id="1894906173" name="Espaço Reservado para Número de Slide 8"/>
          <p:cNvSpPr>
            <a:spLocks noGrp="1"/>
          </p:cNvSpPr>
          <p:nvPr>
            <p:ph type="sldNum" sz="quarter" idx="12"/>
          </p:nvPr>
        </p:nvSpPr>
        <p:spPr bwMode="auto"/>
        <p:txBody>
          <a:bodyPr/>
          <a:lstStyle/>
          <a:p>
            <a:pPr>
              <a:defRPr/>
            </a:pPr>
            <a:fld id="{4F4FBC51-0E2E-40C0-AED6-CC8FBDAD0ED8}" type="slidenum">
              <a:rPr lang="pt-B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Somente Título">
    <p:spTree>
      <p:nvGrpSpPr>
        <p:cNvPr id="1" name=""/>
        <p:cNvGrpSpPr/>
        <p:nvPr/>
      </p:nvGrpSpPr>
      <p:grpSpPr bwMode="auto">
        <a:xfrm>
          <a:off x="0" y="0"/>
          <a:ext cx="0" cy="0"/>
          <a:chOff x="0" y="0"/>
          <a:chExt cx="0" cy="0"/>
        </a:xfrm>
      </p:grpSpPr>
      <p:sp>
        <p:nvSpPr>
          <p:cNvPr id="1546831929" name="Título 1"/>
          <p:cNvSpPr>
            <a:spLocks noGrp="1"/>
          </p:cNvSpPr>
          <p:nvPr>
            <p:ph type="title"/>
          </p:nvPr>
        </p:nvSpPr>
        <p:spPr bwMode="auto"/>
        <p:txBody>
          <a:bodyPr/>
          <a:lstStyle/>
          <a:p>
            <a:pPr>
              <a:defRPr/>
            </a:pPr>
            <a:r>
              <a:rPr lang="pt-BR"/>
              <a:t>Clique para editar o título mestre</a:t>
            </a:r>
            <a:endParaRPr/>
          </a:p>
        </p:txBody>
      </p:sp>
      <p:sp>
        <p:nvSpPr>
          <p:cNvPr id="1225879564" name="Espaço Reservado para Data 2"/>
          <p:cNvSpPr>
            <a:spLocks noGrp="1"/>
          </p:cNvSpPr>
          <p:nvPr>
            <p:ph type="dt" sz="half" idx="10"/>
          </p:nvPr>
        </p:nvSpPr>
        <p:spPr bwMode="auto"/>
        <p:txBody>
          <a:bodyPr/>
          <a:lstStyle/>
          <a:p>
            <a:pPr>
              <a:defRPr/>
            </a:pPr>
            <a:fld id="{DA489983-442F-45FC-822A-54A3DDB89302}" type="datetimeFigureOut">
              <a:rPr lang="pt-BR"/>
              <a:t>31/08/2026</a:t>
            </a:fld>
            <a:endParaRPr lang="pt-BR"/>
          </a:p>
        </p:txBody>
      </p:sp>
      <p:sp>
        <p:nvSpPr>
          <p:cNvPr id="1354587658" name="Espaço Reservado para Rodapé 3"/>
          <p:cNvSpPr>
            <a:spLocks noGrp="1"/>
          </p:cNvSpPr>
          <p:nvPr>
            <p:ph type="ftr" sz="quarter" idx="11"/>
          </p:nvPr>
        </p:nvSpPr>
        <p:spPr bwMode="auto"/>
        <p:txBody>
          <a:bodyPr/>
          <a:lstStyle/>
          <a:p>
            <a:pPr>
              <a:defRPr/>
            </a:pPr>
            <a:endParaRPr lang="pt-BR"/>
          </a:p>
        </p:txBody>
      </p:sp>
      <p:sp>
        <p:nvSpPr>
          <p:cNvPr id="848519248" name="Espaço Reservado para Número de Slide 4"/>
          <p:cNvSpPr>
            <a:spLocks noGrp="1"/>
          </p:cNvSpPr>
          <p:nvPr>
            <p:ph type="sldNum" sz="quarter" idx="12"/>
          </p:nvPr>
        </p:nvSpPr>
        <p:spPr bwMode="auto"/>
        <p:txBody>
          <a:bodyPr/>
          <a:lstStyle/>
          <a:p>
            <a:pPr>
              <a:defRPr/>
            </a:pPr>
            <a:fld id="{4F4FBC51-0E2E-40C0-AED6-CC8FBDAD0ED8}" type="slidenum">
              <a:rPr lang="pt-B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Em branco">
    <p:spTree>
      <p:nvGrpSpPr>
        <p:cNvPr id="1" name=""/>
        <p:cNvGrpSpPr/>
        <p:nvPr/>
      </p:nvGrpSpPr>
      <p:grpSpPr bwMode="auto">
        <a:xfrm>
          <a:off x="0" y="0"/>
          <a:ext cx="0" cy="0"/>
          <a:chOff x="0" y="0"/>
          <a:chExt cx="0" cy="0"/>
        </a:xfrm>
      </p:grpSpPr>
      <p:sp>
        <p:nvSpPr>
          <p:cNvPr id="2127852854" name="Espaço Reservado para Data 1"/>
          <p:cNvSpPr>
            <a:spLocks noGrp="1"/>
          </p:cNvSpPr>
          <p:nvPr>
            <p:ph type="dt" sz="half" idx="10"/>
          </p:nvPr>
        </p:nvSpPr>
        <p:spPr bwMode="auto"/>
        <p:txBody>
          <a:bodyPr/>
          <a:lstStyle/>
          <a:p>
            <a:pPr>
              <a:defRPr/>
            </a:pPr>
            <a:fld id="{DA489983-442F-45FC-822A-54A3DDB89302}" type="datetimeFigureOut">
              <a:rPr lang="pt-BR"/>
              <a:t>31/08/2026</a:t>
            </a:fld>
            <a:endParaRPr lang="pt-BR"/>
          </a:p>
        </p:txBody>
      </p:sp>
      <p:sp>
        <p:nvSpPr>
          <p:cNvPr id="1806600763" name="Espaço Reservado para Rodapé 2"/>
          <p:cNvSpPr>
            <a:spLocks noGrp="1"/>
          </p:cNvSpPr>
          <p:nvPr>
            <p:ph type="ftr" sz="quarter" idx="11"/>
          </p:nvPr>
        </p:nvSpPr>
        <p:spPr bwMode="auto"/>
        <p:txBody>
          <a:bodyPr/>
          <a:lstStyle/>
          <a:p>
            <a:pPr>
              <a:defRPr/>
            </a:pPr>
            <a:endParaRPr lang="pt-BR"/>
          </a:p>
        </p:txBody>
      </p:sp>
      <p:sp>
        <p:nvSpPr>
          <p:cNvPr id="2101617160" name="Espaço Reservado para Número de Slide 3"/>
          <p:cNvSpPr>
            <a:spLocks noGrp="1"/>
          </p:cNvSpPr>
          <p:nvPr>
            <p:ph type="sldNum" sz="quarter" idx="12"/>
          </p:nvPr>
        </p:nvSpPr>
        <p:spPr bwMode="auto"/>
        <p:txBody>
          <a:bodyPr/>
          <a:lstStyle/>
          <a:p>
            <a:pPr>
              <a:defRPr/>
            </a:pPr>
            <a:fld id="{4F4FBC51-0E2E-40C0-AED6-CC8FBDAD0ED8}" type="slidenum">
              <a:rPr lang="pt-B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údo com Legenda">
    <p:spTree>
      <p:nvGrpSpPr>
        <p:cNvPr id="1" name=""/>
        <p:cNvGrpSpPr/>
        <p:nvPr/>
      </p:nvGrpSpPr>
      <p:grpSpPr bwMode="auto">
        <a:xfrm>
          <a:off x="0" y="0"/>
          <a:ext cx="0" cy="0"/>
          <a:chOff x="0" y="0"/>
          <a:chExt cx="0" cy="0"/>
        </a:xfrm>
      </p:grpSpPr>
      <p:sp>
        <p:nvSpPr>
          <p:cNvPr id="1087857766" name="Título 1"/>
          <p:cNvSpPr>
            <a:spLocks noGrp="1"/>
          </p:cNvSpPr>
          <p:nvPr>
            <p:ph type="title"/>
          </p:nvPr>
        </p:nvSpPr>
        <p:spPr bwMode="auto">
          <a:xfrm>
            <a:off x="839788" y="457200"/>
            <a:ext cx="3932237" cy="1600200"/>
          </a:xfrm>
        </p:spPr>
        <p:txBody>
          <a:bodyPr anchor="b"/>
          <a:lstStyle>
            <a:lvl1pPr>
              <a:defRPr sz="3200"/>
            </a:lvl1pPr>
          </a:lstStyle>
          <a:p>
            <a:pPr>
              <a:defRPr/>
            </a:pPr>
            <a:r>
              <a:rPr lang="pt-BR"/>
              <a:t>Clique para editar o título mestre</a:t>
            </a:r>
            <a:endParaRPr/>
          </a:p>
        </p:txBody>
      </p:sp>
      <p:sp>
        <p:nvSpPr>
          <p:cNvPr id="1722921060" name="Espaço Reservado para Conteúdo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577706857" name="Espaço Reservado para Texto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pt-BR"/>
              <a:t>Editar estilos de texto Mestre</a:t>
            </a:r>
            <a:endParaRPr/>
          </a:p>
        </p:txBody>
      </p:sp>
      <p:sp>
        <p:nvSpPr>
          <p:cNvPr id="579094465" name="Espaço Reservado para Data 4"/>
          <p:cNvSpPr>
            <a:spLocks noGrp="1"/>
          </p:cNvSpPr>
          <p:nvPr>
            <p:ph type="dt" sz="half" idx="10"/>
          </p:nvPr>
        </p:nvSpPr>
        <p:spPr bwMode="auto"/>
        <p:txBody>
          <a:bodyPr/>
          <a:lstStyle/>
          <a:p>
            <a:pPr>
              <a:defRPr/>
            </a:pPr>
            <a:fld id="{DA489983-442F-45FC-822A-54A3DDB89302}" type="datetimeFigureOut">
              <a:rPr lang="pt-BR"/>
              <a:t>31/08/2026</a:t>
            </a:fld>
            <a:endParaRPr lang="pt-BR"/>
          </a:p>
        </p:txBody>
      </p:sp>
      <p:sp>
        <p:nvSpPr>
          <p:cNvPr id="1332532283" name="Espaço Reservado para Rodapé 5"/>
          <p:cNvSpPr>
            <a:spLocks noGrp="1"/>
          </p:cNvSpPr>
          <p:nvPr>
            <p:ph type="ftr" sz="quarter" idx="11"/>
          </p:nvPr>
        </p:nvSpPr>
        <p:spPr bwMode="auto"/>
        <p:txBody>
          <a:bodyPr/>
          <a:lstStyle/>
          <a:p>
            <a:pPr>
              <a:defRPr/>
            </a:pPr>
            <a:endParaRPr lang="pt-BR"/>
          </a:p>
        </p:txBody>
      </p:sp>
      <p:sp>
        <p:nvSpPr>
          <p:cNvPr id="976808876" name="Espaço Reservado para Número de Slide 6"/>
          <p:cNvSpPr>
            <a:spLocks noGrp="1"/>
          </p:cNvSpPr>
          <p:nvPr>
            <p:ph type="sldNum" sz="quarter" idx="12"/>
          </p:nvPr>
        </p:nvSpPr>
        <p:spPr bwMode="auto"/>
        <p:txBody>
          <a:bodyPr/>
          <a:lstStyle/>
          <a:p>
            <a:pPr>
              <a:defRPr/>
            </a:pPr>
            <a:fld id="{4F4FBC51-0E2E-40C0-AED6-CC8FBDAD0ED8}" type="slidenum">
              <a:rPr lang="pt-B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Imagem com Legenda">
    <p:spTree>
      <p:nvGrpSpPr>
        <p:cNvPr id="1" name=""/>
        <p:cNvGrpSpPr/>
        <p:nvPr/>
      </p:nvGrpSpPr>
      <p:grpSpPr bwMode="auto">
        <a:xfrm>
          <a:off x="0" y="0"/>
          <a:ext cx="0" cy="0"/>
          <a:chOff x="0" y="0"/>
          <a:chExt cx="0" cy="0"/>
        </a:xfrm>
      </p:grpSpPr>
      <p:sp>
        <p:nvSpPr>
          <p:cNvPr id="628650655" name="Título 1"/>
          <p:cNvSpPr>
            <a:spLocks noGrp="1"/>
          </p:cNvSpPr>
          <p:nvPr>
            <p:ph type="title"/>
          </p:nvPr>
        </p:nvSpPr>
        <p:spPr bwMode="auto">
          <a:xfrm>
            <a:off x="839788" y="457200"/>
            <a:ext cx="3932237" cy="1600200"/>
          </a:xfrm>
        </p:spPr>
        <p:txBody>
          <a:bodyPr anchor="b"/>
          <a:lstStyle>
            <a:lvl1pPr>
              <a:defRPr sz="3200"/>
            </a:lvl1pPr>
          </a:lstStyle>
          <a:p>
            <a:pPr>
              <a:defRPr/>
            </a:pPr>
            <a:r>
              <a:rPr lang="pt-BR"/>
              <a:t>Clique para editar o título mestre</a:t>
            </a:r>
            <a:endParaRPr/>
          </a:p>
        </p:txBody>
      </p:sp>
      <p:sp>
        <p:nvSpPr>
          <p:cNvPr id="943629756" name="Espaço Reservado para Imagem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pt-BR"/>
          </a:p>
        </p:txBody>
      </p:sp>
      <p:sp>
        <p:nvSpPr>
          <p:cNvPr id="894866429" name="Espaço Reservado para Texto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pt-BR"/>
              <a:t>Editar estilos de texto Mestre</a:t>
            </a:r>
            <a:endParaRPr/>
          </a:p>
        </p:txBody>
      </p:sp>
      <p:sp>
        <p:nvSpPr>
          <p:cNvPr id="1744345063" name="Espaço Reservado para Data 4"/>
          <p:cNvSpPr>
            <a:spLocks noGrp="1"/>
          </p:cNvSpPr>
          <p:nvPr>
            <p:ph type="dt" sz="half" idx="10"/>
          </p:nvPr>
        </p:nvSpPr>
        <p:spPr bwMode="auto"/>
        <p:txBody>
          <a:bodyPr/>
          <a:lstStyle/>
          <a:p>
            <a:pPr>
              <a:defRPr/>
            </a:pPr>
            <a:fld id="{DA489983-442F-45FC-822A-54A3DDB89302}" type="datetimeFigureOut">
              <a:rPr lang="pt-BR"/>
              <a:t>31/08/2026</a:t>
            </a:fld>
            <a:endParaRPr lang="pt-BR"/>
          </a:p>
        </p:txBody>
      </p:sp>
      <p:sp>
        <p:nvSpPr>
          <p:cNvPr id="536572012" name="Espaço Reservado para Rodapé 5"/>
          <p:cNvSpPr>
            <a:spLocks noGrp="1"/>
          </p:cNvSpPr>
          <p:nvPr>
            <p:ph type="ftr" sz="quarter" idx="11"/>
          </p:nvPr>
        </p:nvSpPr>
        <p:spPr bwMode="auto"/>
        <p:txBody>
          <a:bodyPr/>
          <a:lstStyle/>
          <a:p>
            <a:pPr>
              <a:defRPr/>
            </a:pPr>
            <a:endParaRPr lang="pt-BR"/>
          </a:p>
        </p:txBody>
      </p:sp>
      <p:sp>
        <p:nvSpPr>
          <p:cNvPr id="831377147" name="Espaço Reservado para Número de Slide 6"/>
          <p:cNvSpPr>
            <a:spLocks noGrp="1"/>
          </p:cNvSpPr>
          <p:nvPr>
            <p:ph type="sldNum" sz="quarter" idx="12"/>
          </p:nvPr>
        </p:nvSpPr>
        <p:spPr bwMode="auto"/>
        <p:txBody>
          <a:bodyPr/>
          <a:lstStyle/>
          <a:p>
            <a:pPr>
              <a:defRPr/>
            </a:pPr>
            <a:fld id="{4F4FBC51-0E2E-40C0-AED6-CC8FBDAD0ED8}" type="slidenum">
              <a:rPr lang="pt-B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ítulo e Texto Vertical">
    <p:spTree>
      <p:nvGrpSpPr>
        <p:cNvPr id="1" name=""/>
        <p:cNvGrpSpPr/>
        <p:nvPr/>
      </p:nvGrpSpPr>
      <p:grpSpPr bwMode="auto">
        <a:xfrm>
          <a:off x="0" y="0"/>
          <a:ext cx="0" cy="0"/>
          <a:chOff x="0" y="0"/>
          <a:chExt cx="0" cy="0"/>
        </a:xfrm>
      </p:grpSpPr>
      <p:sp>
        <p:nvSpPr>
          <p:cNvPr id="2071776705" name="Título 1"/>
          <p:cNvSpPr>
            <a:spLocks noGrp="1"/>
          </p:cNvSpPr>
          <p:nvPr>
            <p:ph type="title"/>
          </p:nvPr>
        </p:nvSpPr>
        <p:spPr bwMode="auto"/>
        <p:txBody>
          <a:bodyPr/>
          <a:lstStyle/>
          <a:p>
            <a:pPr>
              <a:defRPr/>
            </a:pPr>
            <a:r>
              <a:rPr lang="pt-BR"/>
              <a:t>Clique para editar o título mestre</a:t>
            </a:r>
            <a:endParaRPr/>
          </a:p>
        </p:txBody>
      </p:sp>
      <p:sp>
        <p:nvSpPr>
          <p:cNvPr id="1202452455" name="Espaço Reservado para Texto Vertical 2"/>
          <p:cNvSpPr>
            <a:spLocks noGrp="1"/>
          </p:cNvSpPr>
          <p:nvPr>
            <p:ph type="body" orient="vert" idx="1"/>
          </p:nvPr>
        </p:nvSpPr>
        <p:spPr bwMode="auto"/>
        <p:txBody>
          <a:bodyPr vert="eaVert"/>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2087878257" name="Espaço Reservado para Data 3"/>
          <p:cNvSpPr>
            <a:spLocks noGrp="1"/>
          </p:cNvSpPr>
          <p:nvPr>
            <p:ph type="dt" sz="half" idx="10"/>
          </p:nvPr>
        </p:nvSpPr>
        <p:spPr bwMode="auto"/>
        <p:txBody>
          <a:bodyPr/>
          <a:lstStyle/>
          <a:p>
            <a:pPr>
              <a:defRPr/>
            </a:pPr>
            <a:fld id="{DA489983-442F-45FC-822A-54A3DDB89302}" type="datetimeFigureOut">
              <a:rPr lang="pt-BR"/>
              <a:t>31/08/2026</a:t>
            </a:fld>
            <a:endParaRPr lang="pt-BR"/>
          </a:p>
        </p:txBody>
      </p:sp>
      <p:sp>
        <p:nvSpPr>
          <p:cNvPr id="783407462" name="Espaço Reservado para Rodapé 4"/>
          <p:cNvSpPr>
            <a:spLocks noGrp="1"/>
          </p:cNvSpPr>
          <p:nvPr>
            <p:ph type="ftr" sz="quarter" idx="11"/>
          </p:nvPr>
        </p:nvSpPr>
        <p:spPr bwMode="auto"/>
        <p:txBody>
          <a:bodyPr/>
          <a:lstStyle/>
          <a:p>
            <a:pPr>
              <a:defRPr/>
            </a:pPr>
            <a:endParaRPr lang="pt-BR"/>
          </a:p>
        </p:txBody>
      </p:sp>
      <p:sp>
        <p:nvSpPr>
          <p:cNvPr id="523456992" name="Espaço Reservado para Número de Slide 5"/>
          <p:cNvSpPr>
            <a:spLocks noGrp="1"/>
          </p:cNvSpPr>
          <p:nvPr>
            <p:ph type="sldNum" sz="quarter" idx="12"/>
          </p:nvPr>
        </p:nvSpPr>
        <p:spPr bwMode="auto"/>
        <p:txBody>
          <a:bodyPr/>
          <a:lstStyle/>
          <a:p>
            <a:pPr>
              <a:defRPr/>
            </a:pPr>
            <a:fld id="{4F4FBC51-0E2E-40C0-AED6-CC8FBDAD0ED8}" type="slidenum">
              <a:rPr lang="pt-B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Texto e Título Vertical">
    <p:spTree>
      <p:nvGrpSpPr>
        <p:cNvPr id="1" name=""/>
        <p:cNvGrpSpPr/>
        <p:nvPr/>
      </p:nvGrpSpPr>
      <p:grpSpPr bwMode="auto">
        <a:xfrm>
          <a:off x="0" y="0"/>
          <a:ext cx="0" cy="0"/>
          <a:chOff x="0" y="0"/>
          <a:chExt cx="0" cy="0"/>
        </a:xfrm>
      </p:grpSpPr>
      <p:sp>
        <p:nvSpPr>
          <p:cNvPr id="1656615074" name="Título Vertical 1"/>
          <p:cNvSpPr>
            <a:spLocks noGrp="1"/>
          </p:cNvSpPr>
          <p:nvPr>
            <p:ph type="title" orient="vert"/>
          </p:nvPr>
        </p:nvSpPr>
        <p:spPr bwMode="auto">
          <a:xfrm>
            <a:off x="8724900" y="365125"/>
            <a:ext cx="2628900" cy="5811838"/>
          </a:xfrm>
        </p:spPr>
        <p:txBody>
          <a:bodyPr vert="eaVert"/>
          <a:lstStyle/>
          <a:p>
            <a:pPr>
              <a:defRPr/>
            </a:pPr>
            <a:r>
              <a:rPr lang="pt-BR"/>
              <a:t>Clique para editar o título mestre</a:t>
            </a:r>
            <a:endParaRPr/>
          </a:p>
        </p:txBody>
      </p:sp>
      <p:sp>
        <p:nvSpPr>
          <p:cNvPr id="1150706429" name="Espaço Reservado para Texto Vertical 2"/>
          <p:cNvSpPr>
            <a:spLocks noGrp="1"/>
          </p:cNvSpPr>
          <p:nvPr>
            <p:ph type="body" orient="vert" idx="1"/>
          </p:nvPr>
        </p:nvSpPr>
        <p:spPr bwMode="auto">
          <a:xfrm>
            <a:off x="838200" y="365125"/>
            <a:ext cx="7734300" cy="5811838"/>
          </a:xfrm>
        </p:spPr>
        <p:txBody>
          <a:bodyPr vert="eaVert"/>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32314288" name="Espaço Reservado para Data 3"/>
          <p:cNvSpPr>
            <a:spLocks noGrp="1"/>
          </p:cNvSpPr>
          <p:nvPr>
            <p:ph type="dt" sz="half" idx="10"/>
          </p:nvPr>
        </p:nvSpPr>
        <p:spPr bwMode="auto"/>
        <p:txBody>
          <a:bodyPr/>
          <a:lstStyle/>
          <a:p>
            <a:pPr>
              <a:defRPr/>
            </a:pPr>
            <a:fld id="{DA489983-442F-45FC-822A-54A3DDB89302}" type="datetimeFigureOut">
              <a:rPr lang="pt-BR"/>
              <a:t>31/08/2026</a:t>
            </a:fld>
            <a:endParaRPr lang="pt-BR"/>
          </a:p>
        </p:txBody>
      </p:sp>
      <p:sp>
        <p:nvSpPr>
          <p:cNvPr id="1502397648" name="Espaço Reservado para Rodapé 4"/>
          <p:cNvSpPr>
            <a:spLocks noGrp="1"/>
          </p:cNvSpPr>
          <p:nvPr>
            <p:ph type="ftr" sz="quarter" idx="11"/>
          </p:nvPr>
        </p:nvSpPr>
        <p:spPr bwMode="auto"/>
        <p:txBody>
          <a:bodyPr/>
          <a:lstStyle/>
          <a:p>
            <a:pPr>
              <a:defRPr/>
            </a:pPr>
            <a:endParaRPr lang="pt-BR"/>
          </a:p>
        </p:txBody>
      </p:sp>
      <p:sp>
        <p:nvSpPr>
          <p:cNvPr id="1083683932" name="Espaço Reservado para Número de Slide 5"/>
          <p:cNvSpPr>
            <a:spLocks noGrp="1"/>
          </p:cNvSpPr>
          <p:nvPr>
            <p:ph type="sldNum" sz="quarter" idx="12"/>
          </p:nvPr>
        </p:nvSpPr>
        <p:spPr bwMode="auto"/>
        <p:txBody>
          <a:bodyPr/>
          <a:lstStyle/>
          <a:p>
            <a:pPr>
              <a:defRPr/>
            </a:pPr>
            <a:fld id="{4F4FBC51-0E2E-40C0-AED6-CC8FBDAD0ED8}" type="slidenum">
              <a:rPr lang="pt-BR"/>
              <a:t>‹nº›</a:t>
            </a:fld>
            <a:endParaRPr lang="pt-B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817587787" name="Espaço Reservado para Título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pt-BR"/>
              <a:t>Clique para editar o título mestre</a:t>
            </a:r>
            <a:endParaRPr/>
          </a:p>
        </p:txBody>
      </p:sp>
      <p:sp>
        <p:nvSpPr>
          <p:cNvPr id="1375693714" name="Espaço Reservado para Texto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pt-BR"/>
              <a:t>Editar estilos de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075537316" name="Espaço Reservado para Data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A489983-442F-45FC-822A-54A3DDB89302}" type="datetimeFigureOut">
              <a:rPr lang="pt-BR"/>
              <a:t>31/08/2026</a:t>
            </a:fld>
            <a:endParaRPr lang="pt-BR"/>
          </a:p>
        </p:txBody>
      </p:sp>
      <p:sp>
        <p:nvSpPr>
          <p:cNvPr id="698211247" name="Espaço Reservado para Rodapé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pt-BR"/>
          </a:p>
        </p:txBody>
      </p:sp>
      <p:sp>
        <p:nvSpPr>
          <p:cNvPr id="1294485781" name="Espaço Reservado para Número de Slide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F4FBC51-0E2E-40C0-AED6-CC8FBDAD0ED8}" type="slidenum">
              <a:rPr lang="pt-B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pt-B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media1.sv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media2.sv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media3.sv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1220594" name="Título 1"/>
          <p:cNvSpPr>
            <a:spLocks noGrp="1"/>
          </p:cNvSpPr>
          <p:nvPr>
            <p:ph type="ctrTitle"/>
          </p:nvPr>
        </p:nvSpPr>
        <p:spPr bwMode="auto"/>
        <p:txBody>
          <a:bodyPr/>
          <a:lstStyle/>
          <a:p>
            <a:pPr>
              <a:defRPr/>
            </a:pPr>
            <a:r>
              <a:rPr lang="pt-BR"/>
              <a:t>Critérios para Construção do Modelo ER</a:t>
            </a:r>
            <a:endParaRPr/>
          </a:p>
        </p:txBody>
      </p:sp>
      <p:sp>
        <p:nvSpPr>
          <p:cNvPr id="216076239" name="Subtítulo 2"/>
          <p:cNvSpPr>
            <a:spLocks noGrp="1"/>
          </p:cNvSpPr>
          <p:nvPr>
            <p:ph type="subTitle" idx="1"/>
          </p:nvPr>
        </p:nvSpPr>
        <p:spPr bwMode="auto"/>
        <p:txBody>
          <a:bodyPr/>
          <a:lstStyle/>
          <a:p>
            <a:pPr>
              <a:defRPr/>
            </a:pP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1316505" name="Título 1"/>
          <p:cNvSpPr>
            <a:spLocks noGrp="1"/>
          </p:cNvSpPr>
          <p:nvPr>
            <p:ph type="title"/>
          </p:nvPr>
        </p:nvSpPr>
        <p:spPr bwMode="auto"/>
        <p:txBody>
          <a:bodyPr/>
          <a:lstStyle/>
          <a:p>
            <a:pPr>
              <a:defRPr/>
            </a:pPr>
            <a:r>
              <a:rPr lang="pt-BR"/>
              <a:t>Introdução</a:t>
            </a:r>
            <a:endParaRPr/>
          </a:p>
        </p:txBody>
      </p:sp>
      <p:sp>
        <p:nvSpPr>
          <p:cNvPr id="1012808166" name="Espaço Reservado para Conteúdo 2"/>
          <p:cNvSpPr>
            <a:spLocks noGrp="1"/>
          </p:cNvSpPr>
          <p:nvPr>
            <p:ph idx="1"/>
          </p:nvPr>
        </p:nvSpPr>
        <p:spPr bwMode="auto"/>
        <p:txBody>
          <a:bodyPr/>
          <a:lstStyle/>
          <a:p>
            <a:pPr>
              <a:defRPr/>
            </a:pPr>
            <a:endParaRPr lang="pt-BR"/>
          </a:p>
          <a:p>
            <a:pPr>
              <a:defRPr/>
            </a:pPr>
            <a:r>
              <a:rPr lang="pt-BR"/>
              <a:t>Para iniciar a construção do MER, geralmente, algumas dúvidas surgem, tais como:</a:t>
            </a:r>
            <a:endParaRPr/>
          </a:p>
          <a:p>
            <a:pPr>
              <a:defRPr/>
            </a:pPr>
            <a:r>
              <a:rPr lang="pt-BR"/>
              <a:t>Pergunta:</a:t>
            </a:r>
            <a:endParaRPr/>
          </a:p>
          <a:p>
            <a:pPr>
              <a:defRPr/>
            </a:pPr>
            <a:r>
              <a:rPr lang="pt-BR"/>
              <a:t>Qual elemento (entidade, atributo, relacionamento,...) da linguagem ER é o mais apropriado para representar uma específica abstração da realidade?</a:t>
            </a:r>
            <a:endParaRPr/>
          </a:p>
          <a:p>
            <a:pPr>
              <a:defRPr/>
            </a:pPr>
            <a:r>
              <a:rPr lang="pt-BR"/>
              <a:t>Para responder essa pergunta não se deve observar um objeto isoladamente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5331133" name="Título 1"/>
          <p:cNvSpPr>
            <a:spLocks noGrp="1"/>
          </p:cNvSpPr>
          <p:nvPr>
            <p:ph type="title"/>
          </p:nvPr>
        </p:nvSpPr>
        <p:spPr bwMode="auto"/>
        <p:txBody>
          <a:bodyPr/>
          <a:lstStyle/>
          <a:p>
            <a:pPr>
              <a:defRPr/>
            </a:pPr>
            <a:r>
              <a:rPr lang="pt-BR"/>
              <a:t>Fique ligado!</a:t>
            </a:r>
            <a:endParaRPr/>
          </a:p>
        </p:txBody>
      </p:sp>
      <p:sp>
        <p:nvSpPr>
          <p:cNvPr id="800475212" name="Espaço Reservado para Conteúdo 2"/>
          <p:cNvSpPr>
            <a:spLocks noGrp="1"/>
          </p:cNvSpPr>
          <p:nvPr>
            <p:ph idx="1"/>
          </p:nvPr>
        </p:nvSpPr>
        <p:spPr bwMode="auto"/>
        <p:txBody>
          <a:bodyPr/>
          <a:lstStyle/>
          <a:p>
            <a:pPr>
              <a:defRPr/>
            </a:pPr>
            <a:endParaRPr lang="pt-BR"/>
          </a:p>
          <a:p>
            <a:pPr>
              <a:defRPr/>
            </a:pPr>
            <a:r>
              <a:rPr lang="pt-BR"/>
              <a:t>Para ajudar você nas suas modelagens, vamos agora fornecer algumas dicas e reflexões sobre os pontos de dúvida mais comuns.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534701" name="Título 1"/>
          <p:cNvSpPr>
            <a:spLocks noGrp="1"/>
          </p:cNvSpPr>
          <p:nvPr>
            <p:ph type="title"/>
          </p:nvPr>
        </p:nvSpPr>
        <p:spPr bwMode="auto"/>
        <p:txBody>
          <a:bodyPr/>
          <a:lstStyle/>
          <a:p>
            <a:pPr>
              <a:defRPr/>
            </a:pPr>
            <a:r>
              <a:rPr lang="pt-BR"/>
              <a:t>Representar como Atributo ou como Entidade?</a:t>
            </a:r>
            <a:endParaRPr/>
          </a:p>
        </p:txBody>
      </p:sp>
      <p:sp>
        <p:nvSpPr>
          <p:cNvPr id="1917460415" name="Espaço Reservado para Conteúdo 2"/>
          <p:cNvSpPr>
            <a:spLocks noGrp="1"/>
          </p:cNvSpPr>
          <p:nvPr>
            <p:ph idx="1"/>
          </p:nvPr>
        </p:nvSpPr>
        <p:spPr bwMode="auto"/>
        <p:txBody>
          <a:bodyPr/>
          <a:lstStyle/>
          <a:p>
            <a:pPr>
              <a:defRPr/>
            </a:pPr>
            <a:endParaRPr lang="pt-BR"/>
          </a:p>
          <a:p>
            <a:pPr>
              <a:defRPr/>
            </a:pPr>
            <a:r>
              <a:rPr lang="pt-BR"/>
              <a:t>Na descrição dos problemas, pode haver ocasiões onde você ficará em dúvida sobre como modelar determinado elemento. </a:t>
            </a:r>
            <a:endParaRPr/>
          </a:p>
          <a:p>
            <a:pPr>
              <a:defRPr/>
            </a:pPr>
            <a:r>
              <a:rPr lang="pt-BR"/>
              <a:t>Por exemplo, como modelar a cor de um automóvel?</a:t>
            </a:r>
            <a:endParaRPr/>
          </a:p>
          <a:p>
            <a:pPr>
              <a:defRPr/>
            </a:pPr>
            <a:r>
              <a:rPr lang="pt-BR"/>
              <a:t>Seria melhor representar a cor como atributo ou como entidade?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4608376" name="Título 1"/>
          <p:cNvSpPr>
            <a:spLocks noGrp="1"/>
          </p:cNvSpPr>
          <p:nvPr>
            <p:ph type="title"/>
          </p:nvPr>
        </p:nvSpPr>
        <p:spPr bwMode="auto"/>
        <p:txBody>
          <a:bodyPr/>
          <a:lstStyle/>
          <a:p>
            <a:pPr>
              <a:defRPr/>
            </a:pPr>
            <a:r>
              <a:rPr lang="pt-BR"/>
              <a:t>Exemplo:</a:t>
            </a:r>
            <a:endParaRPr/>
          </a:p>
        </p:txBody>
      </p:sp>
      <p:pic>
        <p:nvPicPr>
          <p:cNvPr id="1998931129" name="Espaço Reservado para Conteúdo 3"/>
          <p:cNvPicPr>
            <a:picLocks noChangeAspect="1" noGrp="1"/>
          </p:cNvPicPr>
          <p:nvPr>
            <p:ph idx="1"/>
          </p:nvPr>
        </p:nvPicPr>
        <p:blipFill rotWithShape="1">
          <a:blip r:embed="rId3">
            <a:extLst>
              <a:ext uri="{96DAC541-7B7A-43D3-8B79-37D633B846F1}">
                <asvg:svgBlip xmlns:asvg="http://schemas.microsoft.com/office/drawing/2016/SVG/main" r:embed="rId4"/>
              </a:ext>
            </a:extLst>
          </a:blip>
          <a:stretch/>
        </p:blipFill>
        <p:spPr bwMode="auto">
          <a:xfrm>
            <a:off x="943897" y="1839310"/>
            <a:ext cx="9969909" cy="380932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5113594" name="Título 1"/>
          <p:cNvSpPr>
            <a:spLocks noGrp="1"/>
          </p:cNvSpPr>
          <p:nvPr>
            <p:ph type="title"/>
          </p:nvPr>
        </p:nvSpPr>
        <p:spPr bwMode="auto"/>
        <p:txBody>
          <a:bodyPr/>
          <a:lstStyle/>
          <a:p>
            <a:pPr>
              <a:defRPr/>
            </a:pPr>
            <a:r>
              <a:rPr lang="pt-BR"/>
              <a:t>Para ajudar a decidir, vamos estabelecer alguns critérios:</a:t>
            </a:r>
            <a:endParaRPr/>
          </a:p>
        </p:txBody>
      </p:sp>
      <p:sp>
        <p:nvSpPr>
          <p:cNvPr id="1365343220" name="Espaço Reservado para Conteúdo 2"/>
          <p:cNvSpPr>
            <a:spLocks noGrp="1"/>
          </p:cNvSpPr>
          <p:nvPr>
            <p:ph idx="1"/>
          </p:nvPr>
        </p:nvSpPr>
        <p:spPr bwMode="auto"/>
        <p:txBody>
          <a:bodyPr>
            <a:normAutofit/>
          </a:bodyPr>
          <a:lstStyle/>
          <a:p>
            <a:pPr>
              <a:defRPr/>
            </a:pPr>
            <a:r>
              <a:rPr lang="pt-BR"/>
              <a:t>Se o elemento estiver vinculado a outros elementos, o elemento deverá ser representado como Entidade. </a:t>
            </a:r>
            <a:endParaRPr/>
          </a:p>
          <a:p>
            <a:pPr>
              <a:defRPr/>
            </a:pPr>
            <a:r>
              <a:rPr lang="pt-BR"/>
              <a:t>Vamos dar exemplos de vínculo. Suponha que você precise saber o fabricante da cor do automóvel, a cor precisaria se relacionar com outra entidade chamada Fabricante, logo, ela teria de ser representada como uma entidade. </a:t>
            </a:r>
            <a:endParaRPr/>
          </a:p>
          <a:p>
            <a:pPr>
              <a:defRPr/>
            </a:pPr>
            <a:r>
              <a:rPr lang="pt-BR"/>
              <a:t>Se você precisasse saber o código da cor ou em que período a cor está disponível para venda, você precisaria que a cor fosse representada como uma entidade que teria esses atributos (código e </a:t>
            </a:r>
            <a:r>
              <a:rPr lang="pt-BR"/>
              <a:t>periodoDisponibilidade</a:t>
            </a:r>
            <a:r>
              <a:rPr lang="pt-B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9026470" name="Título 1"/>
          <p:cNvSpPr>
            <a:spLocks noGrp="1"/>
          </p:cNvSpPr>
          <p:nvPr>
            <p:ph type="title"/>
          </p:nvPr>
        </p:nvSpPr>
        <p:spPr bwMode="auto"/>
        <p:txBody>
          <a:bodyPr/>
          <a:lstStyle/>
          <a:p>
            <a:pPr>
              <a:defRPr/>
            </a:pPr>
            <a:r>
              <a:rPr lang="pt-BR"/>
              <a:t>Para ajudar a decidir, vamos estabelecer alguns critérios:</a:t>
            </a:r>
            <a:endParaRPr/>
          </a:p>
        </p:txBody>
      </p:sp>
      <p:sp>
        <p:nvSpPr>
          <p:cNvPr id="913686614" name="Espaço Reservado para Conteúdo 2"/>
          <p:cNvSpPr>
            <a:spLocks noGrp="1"/>
          </p:cNvSpPr>
          <p:nvPr>
            <p:ph idx="1"/>
          </p:nvPr>
        </p:nvSpPr>
        <p:spPr bwMode="auto"/>
        <p:txBody>
          <a:bodyPr/>
          <a:lstStyle/>
          <a:p>
            <a:pPr>
              <a:defRPr/>
            </a:pPr>
            <a:endParaRPr lang="pt-BR"/>
          </a:p>
          <a:p>
            <a:pPr>
              <a:defRPr/>
            </a:pPr>
            <a:r>
              <a:rPr lang="pt-BR"/>
              <a:t>Caso você não precisasse saber nenhuma informação adicional sobre o elemento, ele deve ser representado como Atributo. </a:t>
            </a:r>
            <a:endParaRPr/>
          </a:p>
          <a:p>
            <a:pPr>
              <a:defRPr/>
            </a:pPr>
            <a:endParaRPr lang="pt-BR"/>
          </a:p>
          <a:p>
            <a:pPr>
              <a:defRPr/>
            </a:pPr>
            <a:r>
              <a:rPr lang="pt-BR"/>
              <a:t>Por exemplo, se você realmente só quer saber a cor do automóvel e nada mais, a cor é um atributo da entidade automóvel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1626546" name="Título 1"/>
          <p:cNvSpPr>
            <a:spLocks noGrp="1"/>
          </p:cNvSpPr>
          <p:nvPr>
            <p:ph type="title"/>
          </p:nvPr>
        </p:nvSpPr>
        <p:spPr bwMode="auto"/>
        <p:txBody>
          <a:bodyPr/>
          <a:lstStyle/>
          <a:p>
            <a:pPr>
              <a:defRPr/>
            </a:pPr>
            <a:r>
              <a:rPr lang="pt-BR"/>
              <a:t>Representar como Atributo ou como Generalização/Especialização?</a:t>
            </a:r>
            <a:endParaRPr/>
          </a:p>
        </p:txBody>
      </p:sp>
      <p:sp>
        <p:nvSpPr>
          <p:cNvPr id="1179385451" name="Espaço Reservado para Conteúdo 2"/>
          <p:cNvSpPr>
            <a:spLocks noGrp="1"/>
          </p:cNvSpPr>
          <p:nvPr>
            <p:ph idx="1"/>
          </p:nvPr>
        </p:nvSpPr>
        <p:spPr bwMode="auto"/>
        <p:txBody>
          <a:bodyPr/>
          <a:lstStyle/>
          <a:p>
            <a:pPr>
              <a:defRPr/>
            </a:pPr>
            <a:endParaRPr lang="pt-BR"/>
          </a:p>
          <a:p>
            <a:pPr>
              <a:defRPr/>
            </a:pPr>
            <a:r>
              <a:rPr lang="pt-BR"/>
              <a:t>Em alguns casos, você vai ficar em dúvida se um elemento deve ser representado como atributo ou se ele dá origem a uma generalização/especialização. </a:t>
            </a:r>
            <a:endParaRPr/>
          </a:p>
          <a:p>
            <a:pPr>
              <a:defRPr/>
            </a:pPr>
            <a:r>
              <a:rPr lang="pt-BR"/>
              <a:t>Por exemplo, como modelar a função (categoria funcional) de um empregado?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86777038" name="Espaço Reservado para Conteúdo 3"/>
          <p:cNvPicPr>
            <a:picLocks noChangeAspect="1" noGrp="1"/>
          </p:cNvPicPr>
          <p:nvPr>
            <p:ph idx="1"/>
          </p:nvPr>
        </p:nvPicPr>
        <p:blipFill rotWithShape="1">
          <a:blip r:embed="rId3">
            <a:extLst>
              <a:ext uri="{96DAC541-7B7A-43D3-8B79-37D633B846F1}">
                <asvg:svgBlip xmlns:asvg="http://schemas.microsoft.com/office/drawing/2016/SVG/main" r:embed="rId4"/>
              </a:ext>
            </a:extLst>
          </a:blip>
          <a:stretch/>
        </p:blipFill>
        <p:spPr bwMode="auto">
          <a:xfrm>
            <a:off x="838200" y="870155"/>
            <a:ext cx="10579976" cy="518096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0623094" name="Título 1"/>
          <p:cNvSpPr>
            <a:spLocks noGrp="1"/>
          </p:cNvSpPr>
          <p:nvPr>
            <p:ph type="title"/>
          </p:nvPr>
        </p:nvSpPr>
        <p:spPr bwMode="auto"/>
        <p:txBody>
          <a:bodyPr/>
          <a:lstStyle/>
          <a:p>
            <a:pPr>
              <a:defRPr/>
            </a:pPr>
            <a:r>
              <a:rPr lang="pt-BR"/>
              <a:t>Para ajudar a decidir, o critério é semelhante ao anterior:</a:t>
            </a:r>
            <a:endParaRPr/>
          </a:p>
        </p:txBody>
      </p:sp>
      <p:sp>
        <p:nvSpPr>
          <p:cNvPr id="1940456165" name="Espaço Reservado para Conteúdo 2"/>
          <p:cNvSpPr>
            <a:spLocks noGrp="1"/>
          </p:cNvSpPr>
          <p:nvPr>
            <p:ph idx="1"/>
          </p:nvPr>
        </p:nvSpPr>
        <p:spPr bwMode="auto"/>
        <p:txBody>
          <a:bodyPr>
            <a:normAutofit/>
          </a:bodyPr>
          <a:lstStyle/>
          <a:p>
            <a:pPr>
              <a:defRPr/>
            </a:pPr>
            <a:endParaRPr lang="pt-BR"/>
          </a:p>
          <a:p>
            <a:pPr>
              <a:defRPr/>
            </a:pPr>
            <a:r>
              <a:rPr lang="pt-BR"/>
              <a:t>Se sabe-se que o elemento a ser especializado possui propriedades particulares ou vai precisar se relacionar com outros elementos, você deve representá-lo como Entidade. </a:t>
            </a:r>
            <a:endParaRPr/>
          </a:p>
          <a:p>
            <a:pPr>
              <a:defRPr/>
            </a:pPr>
            <a:endParaRPr lang="pt-BR"/>
          </a:p>
          <a:p>
            <a:pPr>
              <a:defRPr/>
            </a:pPr>
            <a:r>
              <a:rPr lang="pt-BR"/>
              <a:t>Por exemplo, qual o CREA dos empregados que tem categoria funcional Engenheiro? </a:t>
            </a:r>
            <a:endParaRPr/>
          </a:p>
          <a:p>
            <a:pPr>
              <a:defRPr/>
            </a:pPr>
            <a:r>
              <a:rPr lang="pt-BR"/>
              <a:t>Logo, precisaria haver uma especialização de EMPREGADO chamada ENGENHEIRO e esta entidade teria o atributo CREA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2718554" name="Título 1"/>
          <p:cNvSpPr>
            <a:spLocks noGrp="1"/>
          </p:cNvSpPr>
          <p:nvPr>
            <p:ph type="title"/>
          </p:nvPr>
        </p:nvSpPr>
        <p:spPr bwMode="auto"/>
        <p:txBody>
          <a:bodyPr/>
          <a:lstStyle/>
          <a:p>
            <a:pPr>
              <a:defRPr/>
            </a:pPr>
            <a:r>
              <a:rPr lang="pt-BR"/>
              <a:t>Outro exemplo</a:t>
            </a:r>
            <a:endParaRPr/>
          </a:p>
        </p:txBody>
      </p:sp>
      <p:sp>
        <p:nvSpPr>
          <p:cNvPr id="1471449991" name="Espaço Reservado para Conteúdo 2"/>
          <p:cNvSpPr>
            <a:spLocks noGrp="1"/>
          </p:cNvSpPr>
          <p:nvPr>
            <p:ph idx="1"/>
          </p:nvPr>
        </p:nvSpPr>
        <p:spPr bwMode="auto"/>
        <p:txBody>
          <a:bodyPr>
            <a:normAutofit/>
          </a:bodyPr>
          <a:lstStyle/>
          <a:p>
            <a:pPr>
              <a:defRPr/>
            </a:pPr>
            <a:r>
              <a:rPr lang="pt-BR"/>
              <a:t>Outro exemplo, é que, talvez, pela modelagem da sua empresa, você precisasse saber o número da carteira de motorista e a data da expiração da mesma para aqueles empregado que exercessem o cargo de MOTORISTA. </a:t>
            </a:r>
            <a:endParaRPr/>
          </a:p>
          <a:p>
            <a:pPr>
              <a:defRPr/>
            </a:pPr>
            <a:r>
              <a:rPr lang="pt-BR"/>
              <a:t>Nesse caso também, motorista deveria ser uma especialização da entidade EMPREGADO. </a:t>
            </a:r>
            <a:endParaRPr/>
          </a:p>
          <a:p>
            <a:pPr>
              <a:defRPr/>
            </a:pPr>
            <a:r>
              <a:rPr lang="pt-BR"/>
              <a:t>Deveria ser uma especialização porque você não precisaria saber a carteira de motorista ou a expiração dela no caso de qualquer outra categoria funcional (para que saber esses dados de um engenheiro, por exemplo?).</a:t>
            </a:r>
            <a:endParaRPr/>
          </a:p>
          <a:p>
            <a:pPr>
              <a:defRPr/>
            </a:pP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239222" name="Título 1"/>
          <p:cNvSpPr>
            <a:spLocks noGrp="1"/>
          </p:cNvSpPr>
          <p:nvPr>
            <p:ph type="title"/>
          </p:nvPr>
        </p:nvSpPr>
        <p:spPr bwMode="auto"/>
        <p:txBody>
          <a:bodyPr/>
          <a:lstStyle/>
          <a:p>
            <a:pPr>
              <a:defRPr/>
            </a:pPr>
            <a:r>
              <a:rPr lang="pt-BR"/>
              <a:t>Finalizando</a:t>
            </a:r>
            <a:endParaRPr/>
          </a:p>
        </p:txBody>
      </p:sp>
      <p:sp>
        <p:nvSpPr>
          <p:cNvPr id="1035209513" name="Espaço Reservado para Conteúdo 2"/>
          <p:cNvSpPr>
            <a:spLocks noGrp="1"/>
          </p:cNvSpPr>
          <p:nvPr>
            <p:ph idx="1"/>
          </p:nvPr>
        </p:nvSpPr>
        <p:spPr bwMode="auto"/>
        <p:txBody>
          <a:bodyPr/>
          <a:lstStyle/>
          <a:p>
            <a:pPr>
              <a:defRPr/>
            </a:pPr>
            <a:endParaRPr lang="pt-BR" b="1">
              <a:solidFill>
                <a:srgbClr val="FF0000"/>
              </a:solidFill>
            </a:endParaRPr>
          </a:p>
          <a:p>
            <a:pPr>
              <a:defRPr/>
            </a:pPr>
            <a:r>
              <a:rPr lang="pt-BR" b="1">
                <a:solidFill>
                  <a:srgbClr val="FF0000"/>
                </a:solidFill>
              </a:rPr>
              <a:t>Caso você não precisasse saber nenhuma informação adicional sobre o elemento, nem ele vai se relacionar com nenhuma outra entidade, ele deve ser representado como Atributo</a:t>
            </a:r>
            <a:r>
              <a:rPr lang="pt-B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3267392" name="Título 1"/>
          <p:cNvSpPr>
            <a:spLocks noGrp="1"/>
          </p:cNvSpPr>
          <p:nvPr>
            <p:ph type="title"/>
          </p:nvPr>
        </p:nvSpPr>
        <p:spPr bwMode="auto"/>
        <p:txBody>
          <a:bodyPr/>
          <a:lstStyle/>
          <a:p>
            <a:pPr>
              <a:defRPr/>
            </a:pPr>
            <a:r>
              <a:rPr lang="pt-BR"/>
              <a:t>Evitando Atributos Multivalorados</a:t>
            </a:r>
            <a:endParaRPr/>
          </a:p>
        </p:txBody>
      </p:sp>
      <p:sp>
        <p:nvSpPr>
          <p:cNvPr id="726899135" name="Espaço Reservado para Conteúdo 2"/>
          <p:cNvSpPr>
            <a:spLocks noGrp="1"/>
          </p:cNvSpPr>
          <p:nvPr>
            <p:ph idx="1"/>
          </p:nvPr>
        </p:nvSpPr>
        <p:spPr bwMode="auto"/>
        <p:txBody>
          <a:bodyPr/>
          <a:lstStyle/>
          <a:p>
            <a:pPr>
              <a:defRPr/>
            </a:pPr>
            <a:r>
              <a:rPr lang="pt-BR"/>
              <a:t>A implementação direta de um atributo multivalorado é uma limitação dos </a:t>
            </a:r>
            <a:r>
              <a:rPr lang="pt-BR"/>
              <a:t>SGDBs</a:t>
            </a:r>
            <a:r>
              <a:rPr lang="pt-BR"/>
              <a:t>  relacionais (não é possível de ser feita diretamente). </a:t>
            </a:r>
            <a:endParaRPr/>
          </a:p>
          <a:p>
            <a:pPr>
              <a:defRPr/>
            </a:pPr>
            <a:r>
              <a:rPr lang="pt-BR"/>
              <a:t>Assim, é possível representar os atributos multivalorados como entidades. E como decidir como fazer isso?</a:t>
            </a:r>
            <a:endParaRPr/>
          </a:p>
          <a:p>
            <a:pPr>
              <a:defRPr/>
            </a:pPr>
            <a:r>
              <a:rPr lang="pt-BR"/>
              <a:t>Caso o atributo tenha algum vínculo com outros elementos, ele deve ser representado como entidade. Caso contrário, como atributo. Vamos ao exemplo.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5485495" name="Espaço Reservado para Conteúdo 2"/>
          <p:cNvSpPr>
            <a:spLocks noGrp="1"/>
          </p:cNvSpPr>
          <p:nvPr>
            <p:ph idx="1"/>
          </p:nvPr>
        </p:nvSpPr>
        <p:spPr bwMode="auto">
          <a:xfrm>
            <a:off x="838200" y="530942"/>
            <a:ext cx="10515600" cy="5677552"/>
          </a:xfrm>
        </p:spPr>
        <p:txBody>
          <a:bodyPr>
            <a:normAutofit/>
          </a:bodyPr>
          <a:lstStyle/>
          <a:p>
            <a:pPr>
              <a:defRPr/>
            </a:pPr>
            <a:r>
              <a:rPr lang="pt-BR"/>
              <a:t>Vamos ao exemplo. Suponha uma entidade EMPREGADO que possua os atributos multivalorados lançamento do pagamento e dependente </a:t>
            </a:r>
            <a:endParaRPr/>
          </a:p>
          <a:p>
            <a:pPr>
              <a:defRPr/>
            </a:pPr>
            <a:endParaRPr lang="pt-BR"/>
          </a:p>
          <a:p>
            <a:pPr>
              <a:defRPr/>
            </a:pPr>
            <a:endParaRPr lang="pt-BR"/>
          </a:p>
          <a:p>
            <a:pPr>
              <a:defRPr/>
            </a:pPr>
            <a:endParaRPr lang="pt-BR"/>
          </a:p>
          <a:p>
            <a:pPr>
              <a:defRPr/>
            </a:pPr>
            <a:endParaRPr lang="pt-BR"/>
          </a:p>
          <a:p>
            <a:pPr>
              <a:defRPr/>
            </a:pPr>
            <a:endParaRPr lang="pt-BR"/>
          </a:p>
          <a:p>
            <a:pPr>
              <a:defRPr/>
            </a:pPr>
            <a:endParaRPr lang="pt-BR"/>
          </a:p>
          <a:p>
            <a:pPr>
              <a:defRPr/>
            </a:pPr>
            <a:r>
              <a:rPr lang="pt-BR"/>
              <a:t>Se for importante guardar informações sobre os dependentes (por exemplo, a data de nascimento e o nome), esse atributo multivalorado deverá ser representado como entidade.</a:t>
            </a:r>
            <a:endParaRPr/>
          </a:p>
        </p:txBody>
      </p:sp>
      <p:pic>
        <p:nvPicPr>
          <p:cNvPr id="1764766938" name="Imagem 3"/>
          <p:cNvPicPr>
            <a:picLocks noChangeAspect="1"/>
          </p:cNvPicPr>
          <p:nvPr/>
        </p:nvPicPr>
        <p:blipFill rotWithShape="1">
          <a:blip r:embed="rId3"/>
          <a:stretch/>
        </p:blipFill>
        <p:spPr bwMode="auto">
          <a:xfrm>
            <a:off x="2256502" y="2187199"/>
            <a:ext cx="6975986" cy="18981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760439" name="Título 1"/>
          <p:cNvSpPr>
            <a:spLocks noGrp="1"/>
          </p:cNvSpPr>
          <p:nvPr>
            <p:ph type="title"/>
          </p:nvPr>
        </p:nvSpPr>
        <p:spPr bwMode="auto"/>
        <p:txBody>
          <a:bodyPr/>
          <a:lstStyle/>
          <a:p>
            <a:pPr>
              <a:defRPr/>
            </a:pPr>
            <a:endParaRPr lang="pt-BR"/>
          </a:p>
        </p:txBody>
      </p:sp>
      <p:pic>
        <p:nvPicPr>
          <p:cNvPr id="1867288086" name="Espaço Reservado para Conteúdo 3"/>
          <p:cNvPicPr>
            <a:picLocks noChangeAspect="1" noGrp="1"/>
          </p:cNvPicPr>
          <p:nvPr>
            <p:ph idx="1"/>
          </p:nvPr>
        </p:nvPicPr>
        <p:blipFill rotWithShape="1">
          <a:blip r:embed="rId3">
            <a:extLst>
              <a:ext uri="{96DAC541-7B7A-43D3-8B79-37D633B846F1}">
                <asvg:svgBlip xmlns:asvg="http://schemas.microsoft.com/office/drawing/2016/SVG/main" r:embed="rId4"/>
              </a:ext>
            </a:extLst>
          </a:blip>
          <a:stretch/>
        </p:blipFill>
        <p:spPr bwMode="auto">
          <a:xfrm>
            <a:off x="838200" y="1690688"/>
            <a:ext cx="10515600" cy="296340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59526" name="Título 1"/>
          <p:cNvSpPr>
            <a:spLocks noGrp="1"/>
          </p:cNvSpPr>
          <p:nvPr>
            <p:ph type="title"/>
          </p:nvPr>
        </p:nvSpPr>
        <p:spPr bwMode="auto"/>
        <p:txBody>
          <a:bodyPr/>
          <a:lstStyle/>
          <a:p>
            <a:pPr>
              <a:defRPr/>
            </a:pPr>
            <a:endParaRPr lang="pt-BR"/>
          </a:p>
        </p:txBody>
      </p:sp>
      <p:sp>
        <p:nvSpPr>
          <p:cNvPr id="342971731" name="Espaço Reservado para Conteúdo 2"/>
          <p:cNvSpPr>
            <a:spLocks noGrp="1"/>
          </p:cNvSpPr>
          <p:nvPr>
            <p:ph idx="1"/>
          </p:nvPr>
        </p:nvSpPr>
        <p:spPr bwMode="auto"/>
        <p:txBody>
          <a:bodyPr>
            <a:normAutofit/>
          </a:bodyPr>
          <a:lstStyle/>
          <a:p>
            <a:pPr>
              <a:defRPr/>
            </a:pPr>
            <a:r>
              <a:rPr lang="pt-BR"/>
              <a:t>Se precisarmos saber o valor do lançamento do pagamento e de que tipo foi o lançamento, esse também deverá ser representado como uma entidade.</a:t>
            </a:r>
            <a:endParaRPr/>
          </a:p>
          <a:p>
            <a:pPr>
              <a:defRPr/>
            </a:pPr>
            <a:endParaRPr lang="pt-BR"/>
          </a:p>
          <a:p>
            <a:pPr>
              <a:defRPr/>
            </a:pPr>
            <a:r>
              <a:rPr lang="pt-BR"/>
              <a:t> </a:t>
            </a:r>
            <a:endParaRPr/>
          </a:p>
        </p:txBody>
      </p:sp>
      <p:pic>
        <p:nvPicPr>
          <p:cNvPr id="1772965890" name="Imagem 3"/>
          <p:cNvPicPr>
            <a:picLocks noChangeAspect="1"/>
          </p:cNvPicPr>
          <p:nvPr/>
        </p:nvPicPr>
        <p:blipFill rotWithShape="1">
          <a:blip r:embed="rId3"/>
          <a:stretch/>
        </p:blipFill>
        <p:spPr bwMode="auto">
          <a:xfrm>
            <a:off x="2574388" y="3086671"/>
            <a:ext cx="5809957" cy="271693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3991080" name="Espaço Reservado para Conteúdo 2"/>
          <p:cNvSpPr>
            <a:spLocks noGrp="1"/>
          </p:cNvSpPr>
          <p:nvPr>
            <p:ph idx="1"/>
          </p:nvPr>
        </p:nvSpPr>
        <p:spPr bwMode="auto">
          <a:xfrm>
            <a:off x="838200" y="427703"/>
            <a:ext cx="10515600" cy="5749260"/>
          </a:xfrm>
        </p:spPr>
        <p:txBody>
          <a:bodyPr/>
          <a:lstStyle/>
          <a:p>
            <a:pPr>
              <a:defRPr/>
            </a:pPr>
            <a:r>
              <a:rPr lang="pt-BR"/>
              <a:t> Agora, em alguns casos, o atributo não vai ter nenhum vínculo com nenhum outro elemento. Logo, ele pode continuar sendo representado como atributo multivalorado e ser tratado posteriormente.</a:t>
            </a:r>
            <a:endParaRPr/>
          </a:p>
          <a:p>
            <a:pPr>
              <a:defRPr/>
            </a:pPr>
            <a:r>
              <a:rPr lang="pt-BR"/>
              <a:t>Por exemplo, o número do telefone de uma pessoa é um atributo multivalorado que não tem relação com nenhum outro elemento, logo pode ser representado dessa forma</a:t>
            </a:r>
            <a:endParaRPr/>
          </a:p>
          <a:p>
            <a:pPr>
              <a:defRPr/>
            </a:pPr>
            <a:endParaRPr lang="pt-BR"/>
          </a:p>
          <a:p>
            <a:pPr>
              <a:defRPr/>
            </a:pPr>
            <a:endParaRPr lang="pt-BR"/>
          </a:p>
        </p:txBody>
      </p:sp>
      <p:pic>
        <p:nvPicPr>
          <p:cNvPr id="1521844720" name="Imagem 3"/>
          <p:cNvPicPr>
            <a:picLocks noChangeAspect="1"/>
          </p:cNvPicPr>
          <p:nvPr/>
        </p:nvPicPr>
        <p:blipFill rotWithShape="1">
          <a:blip r:embed="rId3"/>
          <a:stretch/>
        </p:blipFill>
        <p:spPr bwMode="auto">
          <a:xfrm>
            <a:off x="3687097" y="3614425"/>
            <a:ext cx="4336026" cy="21226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188764" name="CaixaDeTexto 4"/>
          <p:cNvSpPr txBox="1"/>
          <p:nvPr/>
        </p:nvSpPr>
        <p:spPr bwMode="auto">
          <a:xfrm>
            <a:off x="3047999" y="3244333"/>
            <a:ext cx="6096359" cy="914759"/>
          </a:xfrm>
          <a:prstGeom prst="rect">
            <a:avLst/>
          </a:prstGeom>
          <a:noFill/>
        </p:spPr>
        <p:txBody>
          <a:bodyPr wrap="square">
            <a:spAutoFit/>
          </a:bodyPr>
          <a:lstStyle/>
          <a:p>
            <a:pPr>
              <a:defRPr/>
            </a:pPr>
            <a:r>
              <a:rPr lang="pt-BR" sz="5400"/>
              <a:t>Diagrama MER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5481766" name="Título 1"/>
          <p:cNvSpPr>
            <a:spLocks noGrp="1"/>
          </p:cNvSpPr>
          <p:nvPr>
            <p:ph type="title"/>
          </p:nvPr>
        </p:nvSpPr>
        <p:spPr bwMode="auto"/>
        <p:txBody>
          <a:bodyPr/>
          <a:lstStyle/>
          <a:p>
            <a:pPr>
              <a:defRPr/>
            </a:pPr>
            <a:r>
              <a:rPr lang="pt-BR"/>
              <a:t>Criando o Diagrama MER</a:t>
            </a:r>
            <a:endParaRPr/>
          </a:p>
        </p:txBody>
      </p:sp>
      <p:sp>
        <p:nvSpPr>
          <p:cNvPr id="1462664016" name="Espaço Reservado para Conteúdo 2"/>
          <p:cNvSpPr>
            <a:spLocks noGrp="1"/>
          </p:cNvSpPr>
          <p:nvPr>
            <p:ph idx="1"/>
          </p:nvPr>
        </p:nvSpPr>
        <p:spPr bwMode="auto"/>
        <p:txBody>
          <a:bodyPr/>
          <a:lstStyle/>
          <a:p>
            <a:pPr>
              <a:defRPr/>
            </a:pPr>
            <a:r>
              <a:rPr lang="pt-BR"/>
              <a:t>Após realizar as entrevistas com o cliente e/ou usuário(s) para determinar suas necessidades de informação e, com isso, tendo definido qual o problema a ser resolvido, então é hora de começar a desenhar o diagrama ER. </a:t>
            </a:r>
            <a:endParaRPr/>
          </a:p>
          <a:p>
            <a:pPr>
              <a:defRPr/>
            </a:pPr>
            <a:r>
              <a:rPr lang="pt-BR"/>
              <a:t>Apesar de não existir uma receita de bolo unanimem-te aceita, é possível dar uma ideia de roteiro.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894035" name="Título 1"/>
          <p:cNvSpPr>
            <a:spLocks noGrp="1"/>
          </p:cNvSpPr>
          <p:nvPr>
            <p:ph type="title"/>
          </p:nvPr>
        </p:nvSpPr>
        <p:spPr bwMode="auto"/>
        <p:txBody>
          <a:bodyPr/>
          <a:lstStyle/>
          <a:p>
            <a:pPr>
              <a:defRPr/>
            </a:pPr>
            <a:r>
              <a:rPr lang="pt-BR"/>
              <a:t>Criando o Diagrama ER</a:t>
            </a:r>
            <a:endParaRPr/>
          </a:p>
        </p:txBody>
      </p:sp>
      <p:sp>
        <p:nvSpPr>
          <p:cNvPr id="1766730890" name="Espaço Reservado para Conteúdo 2"/>
          <p:cNvSpPr>
            <a:spLocks noGrp="1"/>
          </p:cNvSpPr>
          <p:nvPr>
            <p:ph idx="1"/>
          </p:nvPr>
        </p:nvSpPr>
        <p:spPr bwMode="auto"/>
        <p:txBody>
          <a:bodyPr>
            <a:normAutofit lnSpcReduction="10000"/>
          </a:bodyPr>
          <a:lstStyle/>
          <a:p>
            <a:pPr>
              <a:defRPr/>
            </a:pPr>
            <a:endParaRPr lang="pt-BR"/>
          </a:p>
          <a:p>
            <a:pPr>
              <a:defRPr/>
            </a:pPr>
            <a:r>
              <a:rPr lang="pt-BR"/>
              <a:t>Leia o problema (minimundo traçado) várias vezes, para compreendê-lo. Depois, faça uma leitura tentando identificar entidades, relacionamentos e atributos.</a:t>
            </a:r>
            <a:endParaRPr/>
          </a:p>
          <a:p>
            <a:pPr>
              <a:defRPr/>
            </a:pPr>
            <a:endParaRPr lang="pt-BR"/>
          </a:p>
          <a:p>
            <a:pPr>
              <a:defRPr/>
            </a:pPr>
            <a:r>
              <a:rPr lang="pt-BR"/>
              <a:t> Há alguma dica para isso? </a:t>
            </a:r>
            <a:endParaRPr/>
          </a:p>
          <a:p>
            <a:pPr>
              <a:defRPr/>
            </a:pPr>
            <a:r>
              <a:rPr lang="pt-BR"/>
              <a:t>Há sim. </a:t>
            </a:r>
            <a:endParaRPr/>
          </a:p>
          <a:p>
            <a:pPr>
              <a:defRPr/>
            </a:pPr>
            <a:r>
              <a:rPr lang="pt-BR"/>
              <a:t>Geralmente, dado um texto descrevendo o banco de dados a ser projetado: </a:t>
            </a:r>
            <a:r>
              <a:rPr lang="pt-BR" b="1">
                <a:solidFill>
                  <a:srgbClr val="FF0000"/>
                </a:solidFill>
              </a:rPr>
              <a:t>a presença de um substantivo </a:t>
            </a:r>
            <a:r>
              <a:rPr lang="pt-BR"/>
              <a:t>usualmente indica uma entidade (</a:t>
            </a:r>
            <a:r>
              <a:rPr lang="pt-BR"/>
              <a:t>ex</a:t>
            </a:r>
            <a:r>
              <a:rPr lang="pt-BR"/>
              <a:t>: nota fiscal, pessoa, empregado, livro, </a:t>
            </a:r>
            <a:r>
              <a:rPr lang="pt-BR"/>
              <a:t>etc</a:t>
            </a:r>
            <a:r>
              <a:rPr lang="pt-B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5785127" name="Título 1"/>
          <p:cNvSpPr>
            <a:spLocks noGrp="1"/>
          </p:cNvSpPr>
          <p:nvPr>
            <p:ph type="title"/>
          </p:nvPr>
        </p:nvSpPr>
        <p:spPr bwMode="auto"/>
        <p:txBody>
          <a:bodyPr/>
          <a:lstStyle/>
          <a:p>
            <a:pPr>
              <a:defRPr/>
            </a:pPr>
            <a:r>
              <a:rPr lang="pt-BR"/>
              <a:t>Criando o Diagrama ER</a:t>
            </a:r>
            <a:endParaRPr/>
          </a:p>
        </p:txBody>
      </p:sp>
      <p:sp>
        <p:nvSpPr>
          <p:cNvPr id="827914785" name="Espaço Reservado para Conteúdo 2"/>
          <p:cNvSpPr>
            <a:spLocks noGrp="1"/>
          </p:cNvSpPr>
          <p:nvPr>
            <p:ph idx="1"/>
          </p:nvPr>
        </p:nvSpPr>
        <p:spPr bwMode="auto"/>
        <p:txBody>
          <a:bodyPr>
            <a:normAutofit lnSpcReduction="10000"/>
          </a:bodyPr>
          <a:lstStyle/>
          <a:p>
            <a:pPr>
              <a:defRPr/>
            </a:pPr>
            <a:r>
              <a:rPr lang="pt-BR" b="1">
                <a:solidFill>
                  <a:srgbClr val="FF0000"/>
                </a:solidFill>
              </a:rPr>
              <a:t>A presença de um verbo   uma forte indicação de um relacionamento </a:t>
            </a:r>
            <a:r>
              <a:rPr lang="pt-BR"/>
              <a:t>(</a:t>
            </a:r>
            <a:r>
              <a:rPr lang="pt-BR"/>
              <a:t>ex</a:t>
            </a:r>
            <a:r>
              <a:rPr lang="pt-BR"/>
              <a:t>: consultar, contratar, supervisionar, </a:t>
            </a:r>
            <a:r>
              <a:rPr lang="pt-BR"/>
              <a:t>etc</a:t>
            </a:r>
            <a:r>
              <a:rPr lang="pt-BR"/>
              <a:t>). </a:t>
            </a:r>
            <a:endParaRPr/>
          </a:p>
          <a:p>
            <a:pPr>
              <a:defRPr/>
            </a:pPr>
            <a:r>
              <a:rPr lang="pt-BR" b="1">
                <a:solidFill>
                  <a:srgbClr val="FF0000"/>
                </a:solidFill>
              </a:rPr>
              <a:t>Um adjetivo</a:t>
            </a:r>
            <a:r>
              <a:rPr lang="pt-BR"/>
              <a:t>, um complemento ou uma característica de um substantivo (entidade) é uma forte indicação de um atributo (</a:t>
            </a:r>
            <a:r>
              <a:rPr lang="pt-BR"/>
              <a:t>ex</a:t>
            </a:r>
            <a:r>
              <a:rPr lang="pt-BR"/>
              <a:t>: nome, valor, preço, cor, número, </a:t>
            </a:r>
            <a:r>
              <a:rPr lang="pt-BR"/>
              <a:t>etc</a:t>
            </a:r>
            <a:r>
              <a:rPr lang="pt-BR"/>
              <a:t>).</a:t>
            </a:r>
            <a:endParaRPr/>
          </a:p>
          <a:p>
            <a:pPr>
              <a:defRPr/>
            </a:pPr>
            <a:r>
              <a:rPr lang="pt-BR"/>
              <a:t>Isto não é regra, pois existem relacionamentos que não são bem expressos por verbos. </a:t>
            </a:r>
            <a:endParaRPr/>
          </a:p>
          <a:p>
            <a:pPr>
              <a:defRPr/>
            </a:pPr>
            <a:r>
              <a:rPr lang="pt-BR" b="1">
                <a:solidFill>
                  <a:srgbClr val="FF0000"/>
                </a:solidFill>
              </a:rPr>
              <a:t>Quando isto ocorrer, em geral, une-se os nomes das entidades para dar nome ao relacionamento. </a:t>
            </a:r>
            <a:endParaRPr/>
          </a:p>
          <a:p>
            <a:pPr>
              <a:defRPr/>
            </a:pPr>
            <a:r>
              <a:rPr lang="pt-BR" b="1">
                <a:solidFill>
                  <a:srgbClr val="FF0000"/>
                </a:solidFill>
              </a:rPr>
              <a:t>Por exemplo: </a:t>
            </a:r>
            <a:r>
              <a:rPr lang="pt-BR" b="1">
                <a:solidFill>
                  <a:srgbClr val="FF0000"/>
                </a:solidFill>
              </a:rPr>
              <a:t>cliente_conta</a:t>
            </a:r>
            <a:r>
              <a:rPr lang="pt-BR" b="1">
                <a:solidFill>
                  <a:srgbClr val="FF0000"/>
                </a:solidFill>
              </a:rPr>
              <a:t>, </a:t>
            </a:r>
            <a:r>
              <a:rPr lang="pt-BR" b="1">
                <a:solidFill>
                  <a:srgbClr val="FF0000"/>
                </a:solidFill>
              </a:rPr>
              <a:t>transação_conta</a:t>
            </a:r>
            <a:r>
              <a:rPr lang="pt-BR" b="1">
                <a:solidFill>
                  <a:srgbClr val="FF0000"/>
                </a:solidFill>
              </a:rPr>
              <a:t>.</a:t>
            </a:r>
            <a:endParaRPr/>
          </a:p>
          <a:p>
            <a:pPr>
              <a:defRPr/>
            </a:pP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8824689" name="Título 1"/>
          <p:cNvSpPr>
            <a:spLocks noGrp="1"/>
          </p:cNvSpPr>
          <p:nvPr>
            <p:ph type="title"/>
          </p:nvPr>
        </p:nvSpPr>
        <p:spPr bwMode="auto"/>
        <p:txBody>
          <a:bodyPr/>
          <a:lstStyle/>
          <a:p>
            <a:pPr>
              <a:defRPr/>
            </a:pPr>
            <a:r>
              <a:rPr lang="pt-BR"/>
              <a:t>Criando o Diagrama MER</a:t>
            </a:r>
            <a:endParaRPr/>
          </a:p>
        </p:txBody>
      </p:sp>
      <p:sp>
        <p:nvSpPr>
          <p:cNvPr id="1040084886" name="Espaço Reservado para Conteúdo 2"/>
          <p:cNvSpPr>
            <a:spLocks noGrp="1"/>
          </p:cNvSpPr>
          <p:nvPr>
            <p:ph idx="1"/>
          </p:nvPr>
        </p:nvSpPr>
        <p:spPr bwMode="auto"/>
        <p:txBody>
          <a:bodyPr/>
          <a:lstStyle/>
          <a:p>
            <a:pPr>
              <a:defRPr/>
            </a:pPr>
            <a:endParaRPr lang="pt-BR"/>
          </a:p>
          <a:p>
            <a:pPr>
              <a:defRPr/>
            </a:pPr>
            <a:r>
              <a:rPr lang="pt-BR"/>
              <a:t>Nessa identificação, procure primeiro pelas entidades. </a:t>
            </a:r>
            <a:endParaRPr/>
          </a:p>
          <a:p>
            <a:pPr>
              <a:defRPr/>
            </a:pPr>
            <a:endParaRPr lang="pt-BR"/>
          </a:p>
          <a:p>
            <a:pPr>
              <a:defRPr/>
            </a:pPr>
            <a:r>
              <a:rPr lang="pt-BR" b="1">
                <a:solidFill>
                  <a:srgbClr val="FF0000"/>
                </a:solidFill>
              </a:rPr>
              <a:t>Mas.................Nem todo substantivo é entidade. </a:t>
            </a:r>
            <a:endParaRPr/>
          </a:p>
          <a:p>
            <a:pPr>
              <a:defRPr/>
            </a:pPr>
            <a:endParaRPr lang="pt-BR"/>
          </a:p>
          <a:p>
            <a:pPr>
              <a:defRPr/>
            </a:pPr>
            <a:r>
              <a:rPr lang="pt-BR"/>
              <a:t>Descarte aquele que só aparecem uma vez na descrição do problema (não se relacionam com nada), os que não possuem nenhuma característica descrita ou aqueles que só servem para entendimento do problema, mas não são relevantes para resolvê-lo.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6689259" name="Título 1"/>
          <p:cNvSpPr>
            <a:spLocks noGrp="1"/>
          </p:cNvSpPr>
          <p:nvPr>
            <p:ph type="title"/>
          </p:nvPr>
        </p:nvSpPr>
        <p:spPr bwMode="auto"/>
        <p:txBody>
          <a:bodyPr/>
          <a:lstStyle/>
          <a:p>
            <a:pPr>
              <a:defRPr/>
            </a:pPr>
            <a:endParaRPr lang="pt-BR"/>
          </a:p>
        </p:txBody>
      </p:sp>
      <p:sp>
        <p:nvSpPr>
          <p:cNvPr id="1036706618" name="Espaço Reservado para Conteúdo 2"/>
          <p:cNvSpPr>
            <a:spLocks noGrp="1"/>
          </p:cNvSpPr>
          <p:nvPr>
            <p:ph idx="1"/>
          </p:nvPr>
        </p:nvSpPr>
        <p:spPr bwMode="auto"/>
        <p:txBody>
          <a:bodyPr>
            <a:normAutofit/>
          </a:bodyPr>
          <a:lstStyle/>
          <a:p>
            <a:pPr>
              <a:defRPr/>
            </a:pPr>
            <a:r>
              <a:rPr lang="pt-BR"/>
              <a:t>A seguir, procure pelos relacionamentos. Geralmente são indicados pelos verbos que indicam relação entre os substantivos. Geralmente, devemos tentar formar uma sentença do tipo “entidade verbo entidade”. </a:t>
            </a:r>
            <a:endParaRPr/>
          </a:p>
          <a:p>
            <a:pPr>
              <a:defRPr/>
            </a:pPr>
            <a:r>
              <a:rPr lang="pt-BR"/>
              <a:t>Por exemplo, “Cliente possui Conta”, “Empregado alocado Projeto”. Nessa descoberta dos relacionamento, você deve procurar identificar se é um relacionamento binário ou ternário. Se existe algum relacionamento identificador (aquele entre uma entidade forte e outra fraca) e se haverá relacionamento com alguma entidade associativa (para evitar relacionamento entre relacionamentos).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0580455" name="Espaço Reservado para Conteúdo 2"/>
          <p:cNvSpPr>
            <a:spLocks noGrp="1"/>
          </p:cNvSpPr>
          <p:nvPr>
            <p:ph idx="1"/>
          </p:nvPr>
        </p:nvSpPr>
        <p:spPr bwMode="auto">
          <a:xfrm>
            <a:off x="838200" y="619432"/>
            <a:ext cx="10515600" cy="5557531"/>
          </a:xfrm>
        </p:spPr>
        <p:txBody>
          <a:bodyPr/>
          <a:lstStyle/>
          <a:p>
            <a:pPr>
              <a:defRPr/>
            </a:pPr>
            <a:endParaRPr lang="pt-BR"/>
          </a:p>
          <a:p>
            <a:pPr>
              <a:defRPr/>
            </a:pPr>
            <a:r>
              <a:rPr lang="pt-BR"/>
              <a:t>Descobertos os relacionamentos, procure determinar a cardinalidade mínima e máxima deles. </a:t>
            </a:r>
            <a:endParaRPr/>
          </a:p>
          <a:p>
            <a:pPr>
              <a:defRPr/>
            </a:pPr>
            <a:r>
              <a:rPr lang="pt-BR"/>
              <a:t>Geralmente, haverá alguma indicação no enunciado do problema.</a:t>
            </a:r>
            <a:endParaRPr/>
          </a:p>
          <a:p>
            <a:pPr>
              <a:defRPr/>
            </a:pPr>
            <a:r>
              <a:rPr lang="pt-BR"/>
              <a:t>Ex</a:t>
            </a:r>
            <a:r>
              <a:rPr lang="pt-BR"/>
              <a:t>: “um médico pode consultar vários pacientes e um paciente pode ser consultado por vários médicos”. </a:t>
            </a:r>
            <a:endParaRPr/>
          </a:p>
          <a:p>
            <a:pPr>
              <a:defRPr/>
            </a:pPr>
            <a:r>
              <a:rPr lang="pt-BR"/>
              <a:t>Isso vai indicar um relacionamento n:n entre as entidades</a:t>
            </a:r>
            <a:endParaRPr/>
          </a:p>
          <a:p>
            <a:pPr>
              <a:defRPr/>
            </a:pPr>
            <a:r>
              <a:rPr lang="pt-BR"/>
              <a:t>PACIENTE e MEDICO.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7502150" name="Título 1"/>
          <p:cNvSpPr>
            <a:spLocks noGrp="1"/>
          </p:cNvSpPr>
          <p:nvPr>
            <p:ph type="title"/>
          </p:nvPr>
        </p:nvSpPr>
        <p:spPr bwMode="auto"/>
        <p:txBody>
          <a:bodyPr/>
          <a:lstStyle/>
          <a:p>
            <a:pPr>
              <a:defRPr/>
            </a:pPr>
            <a:endParaRPr lang="pt-BR"/>
          </a:p>
        </p:txBody>
      </p:sp>
      <p:sp>
        <p:nvSpPr>
          <p:cNvPr id="1285614215" name="Espaço Reservado para Conteúdo 2"/>
          <p:cNvSpPr>
            <a:spLocks noGrp="1"/>
          </p:cNvSpPr>
          <p:nvPr>
            <p:ph idx="1"/>
          </p:nvPr>
        </p:nvSpPr>
        <p:spPr bwMode="auto"/>
        <p:txBody>
          <a:bodyPr>
            <a:normAutofit/>
          </a:bodyPr>
          <a:lstStyle/>
          <a:p>
            <a:pPr>
              <a:defRPr/>
            </a:pPr>
            <a:r>
              <a:rPr lang="pt-BR"/>
              <a:t>Na sequência, procure pelos atributos. </a:t>
            </a:r>
            <a:r>
              <a:rPr lang="pt-BR" b="1">
                <a:solidFill>
                  <a:srgbClr val="FF0000"/>
                </a:solidFill>
              </a:rPr>
              <a:t>Lembre-se, os atributos serão os elementos que caracterizam as entidades e que são relevantes para representação do problema.</a:t>
            </a:r>
            <a:endParaRPr/>
          </a:p>
          <a:p>
            <a:pPr>
              <a:defRPr/>
            </a:pPr>
            <a:r>
              <a:rPr lang="pt-BR" b="1">
                <a:solidFill>
                  <a:srgbClr val="FF0000"/>
                </a:solidFill>
              </a:rPr>
              <a:t>Procure, também, entre esses atributos indicar o atributo identificador (aquele que vai servir para identificar aquela entidade unicamente). </a:t>
            </a:r>
            <a:r>
              <a:rPr lang="pt-BR"/>
              <a:t>Adicionalmente, busque determinar se há algum atributo nos relacionamentos (geralmente, atributos temporais, de quando é importante guardar histórico dos acontecimentos ou algo que caracterize o relacionamento).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5268961" name="Espaço Reservado para Conteúdo 2"/>
          <p:cNvSpPr>
            <a:spLocks noGrp="1"/>
          </p:cNvSpPr>
          <p:nvPr>
            <p:ph idx="1"/>
          </p:nvPr>
        </p:nvSpPr>
        <p:spPr bwMode="auto"/>
        <p:txBody>
          <a:bodyPr/>
          <a:lstStyle/>
          <a:p>
            <a:pPr>
              <a:defRPr/>
            </a:pPr>
            <a:r>
              <a:rPr lang="pt-BR"/>
              <a:t>Por fim, faça uma revisão no problema e no diagrama e veja se alguma coisa pode ser melhorada (veja os critérios do começo dessa aula).</a:t>
            </a:r>
            <a:endParaRPr/>
          </a:p>
          <a:p>
            <a:pPr>
              <a:defRPr/>
            </a:pPr>
            <a:r>
              <a:rPr lang="pt-BR"/>
              <a:t>Veja, também, se há alguma generalização/especialização que possa ser feita.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8389769" name="Título 1"/>
          <p:cNvSpPr>
            <a:spLocks noGrp="1"/>
          </p:cNvSpPr>
          <p:nvPr>
            <p:ph type="title"/>
          </p:nvPr>
        </p:nvSpPr>
        <p:spPr bwMode="auto"/>
        <p:txBody>
          <a:bodyPr/>
          <a:lstStyle/>
          <a:p>
            <a:pPr>
              <a:defRPr/>
            </a:pPr>
            <a:r>
              <a:rPr lang="pt-BR"/>
              <a:t>Alguns cuidados devem ser tomados durante essa criação do DER:</a:t>
            </a:r>
            <a:endParaRPr/>
          </a:p>
        </p:txBody>
      </p:sp>
      <p:sp>
        <p:nvSpPr>
          <p:cNvPr id="1219280014" name="Espaço Reservado para Conteúdo 2"/>
          <p:cNvSpPr>
            <a:spLocks noGrp="1"/>
          </p:cNvSpPr>
          <p:nvPr>
            <p:ph idx="1"/>
          </p:nvPr>
        </p:nvSpPr>
        <p:spPr bwMode="auto"/>
        <p:txBody>
          <a:bodyPr>
            <a:normAutofit/>
          </a:bodyPr>
          <a:lstStyle/>
          <a:p>
            <a:pPr>
              <a:defRPr/>
            </a:pPr>
            <a:r>
              <a:rPr lang="pt-BR"/>
              <a:t>Um atributo não pode ter outros atributos associados, de modo que se forem encontrados (em sua aplicação) significa que não se trata de um atributo, mas de uma entidade.</a:t>
            </a:r>
            <a:endParaRPr/>
          </a:p>
          <a:p>
            <a:pPr>
              <a:defRPr/>
            </a:pPr>
            <a:r>
              <a:rPr lang="pt-BR"/>
              <a:t>» Uma entidade que não possua, pelo menos, um atributo além do atributo identificador ou está com sua especificação incompleta ou não se trata de uma entidade mais de um atributo.</a:t>
            </a:r>
            <a:endParaRPr/>
          </a:p>
          <a:p>
            <a:pPr>
              <a:defRPr/>
            </a:pPr>
            <a:r>
              <a:rPr lang="pt-BR"/>
              <a:t>» Um relacionamento é uma associação entre entidades. A completa e perfeita representação de uma associação somente está correta se todas as entidades necessárias para a existência do relacionamento estão interligadas.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3068310" name="Título 1"/>
          <p:cNvSpPr>
            <a:spLocks noGrp="1"/>
          </p:cNvSpPr>
          <p:nvPr>
            <p:ph type="title"/>
          </p:nvPr>
        </p:nvSpPr>
        <p:spPr bwMode="auto"/>
        <p:txBody>
          <a:bodyPr/>
          <a:lstStyle/>
          <a:p>
            <a:pPr>
              <a:defRPr/>
            </a:pPr>
            <a:r>
              <a:rPr lang="pt-BR"/>
              <a:t>Verificação do Modelo Criado</a:t>
            </a:r>
            <a:endParaRPr/>
          </a:p>
        </p:txBody>
      </p:sp>
      <p:sp>
        <p:nvSpPr>
          <p:cNvPr id="2132117972" name="Espaço Reservado para Conteúdo 2"/>
          <p:cNvSpPr>
            <a:spLocks noGrp="1"/>
          </p:cNvSpPr>
          <p:nvPr>
            <p:ph idx="1"/>
          </p:nvPr>
        </p:nvSpPr>
        <p:spPr bwMode="auto"/>
        <p:txBody>
          <a:bodyPr/>
          <a:lstStyle/>
          <a:p>
            <a:pPr>
              <a:defRPr/>
            </a:pPr>
            <a:r>
              <a:rPr lang="pt-BR"/>
              <a:t>Ser completo</a:t>
            </a:r>
            <a:endParaRPr/>
          </a:p>
          <a:p>
            <a:pPr>
              <a:defRPr/>
            </a:pPr>
            <a:r>
              <a:rPr lang="pt-BR"/>
              <a:t>» Ser correto </a:t>
            </a:r>
            <a:endParaRPr/>
          </a:p>
          <a:p>
            <a:pPr>
              <a:defRPr/>
            </a:pPr>
            <a:r>
              <a:rPr lang="pt-BR"/>
              <a:t>» Ser livre de redundância</a:t>
            </a:r>
            <a:endParaRPr/>
          </a:p>
          <a:p>
            <a:pPr>
              <a:defRPr/>
            </a:pPr>
            <a:r>
              <a:rPr lang="pt-BR"/>
              <a:t>» Refletir o Aspecto Temporal, quando necessário</a:t>
            </a:r>
            <a:endParaRPr/>
          </a:p>
          <a:p>
            <a:pPr>
              <a:defRPr/>
            </a:pPr>
            <a:r>
              <a:rPr lang="pt-BR"/>
              <a:t>» Evitar entidades isoladas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3131095" name="Título 1"/>
          <p:cNvSpPr>
            <a:spLocks noGrp="1"/>
          </p:cNvSpPr>
          <p:nvPr>
            <p:ph type="title"/>
          </p:nvPr>
        </p:nvSpPr>
        <p:spPr bwMode="auto"/>
        <p:txBody>
          <a:bodyPr/>
          <a:lstStyle/>
          <a:p>
            <a:pPr>
              <a:defRPr/>
            </a:pPr>
            <a:r>
              <a:rPr lang="pt-BR"/>
              <a:t>FINALIZANDO</a:t>
            </a:r>
            <a:endParaRPr/>
          </a:p>
        </p:txBody>
      </p:sp>
      <p:sp>
        <p:nvSpPr>
          <p:cNvPr id="1228732404" name="Espaço Reservado para Conteúdo 2"/>
          <p:cNvSpPr>
            <a:spLocks noGrp="1"/>
          </p:cNvSpPr>
          <p:nvPr>
            <p:ph idx="1"/>
          </p:nvPr>
        </p:nvSpPr>
        <p:spPr bwMode="auto"/>
        <p:txBody>
          <a:bodyPr/>
          <a:lstStyle/>
          <a:p>
            <a:pPr>
              <a:defRPr/>
            </a:pPr>
            <a:endParaRPr lang="pt-BR"/>
          </a:p>
          <a:p>
            <a:pPr>
              <a:defRPr/>
            </a:pPr>
            <a:r>
              <a:rPr lang="pt-BR"/>
              <a:t>É importante gastar um tempo na criação do DER, porque ele será a base para tudo que vem depois (modelagem lógica e física e criação do BD). </a:t>
            </a:r>
            <a:endParaRPr/>
          </a:p>
          <a:p>
            <a:pPr>
              <a:defRPr/>
            </a:pPr>
            <a:r>
              <a:rPr lang="pt-BR"/>
              <a:t>Erros ocorridos nesta fase acarretam graves atrasos e aumento no custo da implementação do BD e dos sistemas que o utilizarão.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1111548" name="Título 1"/>
          <p:cNvSpPr>
            <a:spLocks noGrp="1"/>
          </p:cNvSpPr>
          <p:nvPr>
            <p:ph type="title"/>
          </p:nvPr>
        </p:nvSpPr>
        <p:spPr bwMode="auto"/>
        <p:txBody>
          <a:bodyPr/>
          <a:lstStyle/>
          <a:p>
            <a:pPr>
              <a:defRPr/>
            </a:pPr>
            <a:r>
              <a:rPr lang="pt-BR"/>
              <a:t>Obrigado...................</a:t>
            </a:r>
            <a:endParaRPr/>
          </a:p>
        </p:txBody>
      </p:sp>
      <p:sp>
        <p:nvSpPr>
          <p:cNvPr id="2064869192" name="Espaço Reservado para Conteúdo 2"/>
          <p:cNvSpPr>
            <a:spLocks noGrp="1"/>
          </p:cNvSpPr>
          <p:nvPr>
            <p:ph idx="1"/>
          </p:nvPr>
        </p:nvSpPr>
        <p:spPr bwMode="auto"/>
        <p:txBody>
          <a:bodyPr/>
          <a:lstStyle/>
          <a:p>
            <a:pPr>
              <a:defRPr/>
            </a:pP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ONLYOFFICE/9.3.0.140</Application>
  <PresentationFormat>On-screen Show (4:3)</PresentationFormat>
  <Paragraphs>0</Paragraphs>
  <Slides>30</Slides>
  <Notes>30</Notes>
  <HiddenSlides>0</HiddenSlides>
  <MMClips>2</MMClips>
  <ScaleCrop>0</ScaleCrop>
  <HeadingPairs>
    <vt:vector size="4" baseType="variant">
      <vt:variant>
        <vt:lpstr>Theme</vt:lpstr>
      </vt:variant>
      <vt:variant>
        <vt:i4>1</vt:i4>
      </vt:variant>
      <vt:variant>
        <vt:lpstr>Slide Titles</vt:lpstr>
      </vt:variant>
      <vt:variant>
        <vt:i4>30</vt:i4>
      </vt:variant>
    </vt:vector>
  </HeadingPairs>
  <TitlesOfParts>
    <vt:vector size="3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Critérios para Construção do Modelo ER</dc:title>
  <dc:creator>Edidio Rubens Dantas Lima</dc:creator>
  <cp:lastModifiedBy/>
  <cp:revision>26</cp:revision>
  <dcterms:created xsi:type="dcterms:W3CDTF">2018-03-23T13:58:06Z</dcterms:created>
  <dcterms:modified xsi:type="dcterms:W3CDTF">2026-09-08T16:36:56Z</dcterms:modified>
</cp:coreProperties>
</file>