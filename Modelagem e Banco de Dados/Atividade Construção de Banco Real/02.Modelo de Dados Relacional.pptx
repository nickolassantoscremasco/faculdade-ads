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8.xml" ContentType="application/vnd.openxmlformats-officedocument.presentationml.notesSlide+xml"/>
  <Override PartName="/ppt/slides/slide23.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20.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notesSlides/notesSlide32.xml" ContentType="application/vnd.openxmlformats-officedocument.presentationml.notes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notesSlides/notesSlide34.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2.xml" ContentType="application/vnd.openxmlformats-officedocument.presentationml.slide+xml"/>
  <Override PartName="/ppt/notesSlides/notesSlide30.xml" ContentType="application/vnd.openxmlformats-officedocument.presentationml.notesSlide+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6.xml" ContentType="application/vnd.openxmlformats-officedocument.presentationml.notesSlide+xml"/>
  <Override PartName="/ppt/notesSlides/notesSlide7.xml" ContentType="application/vnd.openxmlformats-officedocument.presentationml.notesSlide+xml"/>
  <Override PartName="/ppt/notesSlides/notesSlide3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4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92000" cy="6858000"/>
  <p:notesSz cx="6858000" cy="9144000"/>
  <p:defaultText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19" d="100"/>
          <a:sy n="119" d="100"/>
        </p:scale>
        <p:origin x="712" y="184"/>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notesMaster" Target="notesMasters/notesMaster1.xml"/><Relationship Id="rId43" Type="http://schemas.openxmlformats.org/officeDocument/2006/relationships/presProps" Target="presProps.xml" /><Relationship Id="rId44" Type="http://schemas.openxmlformats.org/officeDocument/2006/relationships/tableStyles" Target="tableStyles.xml" /><Relationship Id="rId4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3594310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659252932"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059062942"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981149526"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09994982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14565432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3328963" name="Slide Image Placeholder 1"/>
          <p:cNvSpPr>
            <a:spLocks noChangeAspect="1" noGrp="1" noRot="1"/>
          </p:cNvSpPr>
          <p:nvPr>
            <p:ph type="sldImg"/>
          </p:nvPr>
        </p:nvSpPr>
        <p:spPr bwMode="auto"/>
      </p:sp>
      <p:sp>
        <p:nvSpPr>
          <p:cNvPr id="1621023737" name="Notes Placeholder 2"/>
          <p:cNvSpPr>
            <a:spLocks noGrp="1"/>
          </p:cNvSpPr>
          <p:nvPr>
            <p:ph type="body" idx="1"/>
          </p:nvPr>
        </p:nvSpPr>
        <p:spPr bwMode="auto"/>
        <p:txBody>
          <a:bodyPr/>
          <a:lstStyle/>
          <a:p>
            <a:pPr>
              <a:defRPr/>
            </a:pPr>
            <a:endParaRPr/>
          </a:p>
        </p:txBody>
      </p:sp>
      <p:sp>
        <p:nvSpPr>
          <p:cNvPr id="672898218" name="Slide Number Placeholder 3"/>
          <p:cNvSpPr>
            <a:spLocks noGrp="1"/>
          </p:cNvSpPr>
          <p:nvPr>
            <p:ph type="sldNum" sz="quarter" idx="10"/>
          </p:nvPr>
        </p:nvSpPr>
        <p:spPr bwMode="auto"/>
        <p:txBody>
          <a:bodyPr/>
          <a:lstStyle/>
          <a:p>
            <a:pPr>
              <a:defRPr/>
            </a:pPr>
            <a:fld id="{751CEAB9-9A38-8FFD-D98C-983F9D1FDD24}"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680127" name="Slide Image Placeholder 1"/>
          <p:cNvSpPr>
            <a:spLocks noChangeAspect="1" noGrp="1" noRot="1"/>
          </p:cNvSpPr>
          <p:nvPr>
            <p:ph type="sldImg"/>
          </p:nvPr>
        </p:nvSpPr>
        <p:spPr bwMode="auto"/>
      </p:sp>
      <p:sp>
        <p:nvSpPr>
          <p:cNvPr id="435430939" name="Notes Placeholder 2"/>
          <p:cNvSpPr>
            <a:spLocks noGrp="1"/>
          </p:cNvSpPr>
          <p:nvPr>
            <p:ph type="body" idx="1"/>
          </p:nvPr>
        </p:nvSpPr>
        <p:spPr bwMode="auto"/>
        <p:txBody>
          <a:bodyPr/>
          <a:lstStyle/>
          <a:p>
            <a:pPr>
              <a:defRPr/>
            </a:pPr>
            <a:endParaRPr/>
          </a:p>
        </p:txBody>
      </p:sp>
      <p:sp>
        <p:nvSpPr>
          <p:cNvPr id="1622097348" name="Slide Number Placeholder 3"/>
          <p:cNvSpPr>
            <a:spLocks noGrp="1"/>
          </p:cNvSpPr>
          <p:nvPr>
            <p:ph type="sldNum" sz="quarter" idx="10"/>
          </p:nvPr>
        </p:nvSpPr>
        <p:spPr bwMode="auto"/>
        <p:txBody>
          <a:bodyPr/>
          <a:lstStyle/>
          <a:p>
            <a:pPr>
              <a:defRPr/>
            </a:pPr>
            <a:fld id="{6EA16276-69E1-5A2D-634C-56B3C138F0F9}"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0788496" name="Slide Image Placeholder 1"/>
          <p:cNvSpPr>
            <a:spLocks noChangeAspect="1" noGrp="1" noRot="1"/>
          </p:cNvSpPr>
          <p:nvPr>
            <p:ph type="sldImg"/>
          </p:nvPr>
        </p:nvSpPr>
        <p:spPr bwMode="auto"/>
      </p:sp>
      <p:sp>
        <p:nvSpPr>
          <p:cNvPr id="120584272" name="Notes Placeholder 2"/>
          <p:cNvSpPr>
            <a:spLocks noGrp="1"/>
          </p:cNvSpPr>
          <p:nvPr>
            <p:ph type="body" idx="1"/>
          </p:nvPr>
        </p:nvSpPr>
        <p:spPr bwMode="auto"/>
        <p:txBody>
          <a:bodyPr/>
          <a:lstStyle/>
          <a:p>
            <a:pPr>
              <a:defRPr/>
            </a:pPr>
            <a:endParaRPr/>
          </a:p>
        </p:txBody>
      </p:sp>
      <p:sp>
        <p:nvSpPr>
          <p:cNvPr id="1957538407" name="Slide Number Placeholder 3"/>
          <p:cNvSpPr>
            <a:spLocks noGrp="1"/>
          </p:cNvSpPr>
          <p:nvPr>
            <p:ph type="sldNum" sz="quarter" idx="10"/>
          </p:nvPr>
        </p:nvSpPr>
        <p:spPr bwMode="auto"/>
        <p:txBody>
          <a:bodyPr/>
          <a:lstStyle/>
          <a:p>
            <a:pPr>
              <a:defRPr/>
            </a:pPr>
            <a:fld id="{AE99C2B7-7671-86B0-BCB8-5EAEC72EB252}"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929212" name="Slide Image Placeholder 1"/>
          <p:cNvSpPr>
            <a:spLocks noChangeAspect="1" noGrp="1" noRot="1"/>
          </p:cNvSpPr>
          <p:nvPr>
            <p:ph type="sldImg"/>
          </p:nvPr>
        </p:nvSpPr>
        <p:spPr bwMode="auto"/>
      </p:sp>
      <p:sp>
        <p:nvSpPr>
          <p:cNvPr id="1171635739" name="Notes Placeholder 2"/>
          <p:cNvSpPr>
            <a:spLocks noGrp="1"/>
          </p:cNvSpPr>
          <p:nvPr>
            <p:ph type="body" idx="1"/>
          </p:nvPr>
        </p:nvSpPr>
        <p:spPr bwMode="auto"/>
        <p:txBody>
          <a:bodyPr/>
          <a:lstStyle/>
          <a:p>
            <a:pPr>
              <a:defRPr/>
            </a:pPr>
            <a:endParaRPr/>
          </a:p>
        </p:txBody>
      </p:sp>
      <p:sp>
        <p:nvSpPr>
          <p:cNvPr id="1841227666" name="Slide Number Placeholder 3"/>
          <p:cNvSpPr>
            <a:spLocks noGrp="1"/>
          </p:cNvSpPr>
          <p:nvPr>
            <p:ph type="sldNum" sz="quarter" idx="10"/>
          </p:nvPr>
        </p:nvSpPr>
        <p:spPr bwMode="auto"/>
        <p:txBody>
          <a:bodyPr/>
          <a:lstStyle/>
          <a:p>
            <a:pPr>
              <a:defRPr/>
            </a:pPr>
            <a:fld id="{A10E21B1-4CE0-1595-EE98-635AA9391E4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17850535" name="Slide Image Placeholder 1"/>
          <p:cNvSpPr>
            <a:spLocks noChangeAspect="1" noGrp="1" noRot="1"/>
          </p:cNvSpPr>
          <p:nvPr>
            <p:ph type="sldImg"/>
          </p:nvPr>
        </p:nvSpPr>
        <p:spPr bwMode="auto"/>
      </p:sp>
      <p:sp>
        <p:nvSpPr>
          <p:cNvPr id="1505588310" name="Notes Placeholder 2"/>
          <p:cNvSpPr>
            <a:spLocks noGrp="1"/>
          </p:cNvSpPr>
          <p:nvPr>
            <p:ph type="body" idx="1"/>
          </p:nvPr>
        </p:nvSpPr>
        <p:spPr bwMode="auto"/>
        <p:txBody>
          <a:bodyPr/>
          <a:lstStyle/>
          <a:p>
            <a:pPr>
              <a:defRPr/>
            </a:pPr>
            <a:endParaRPr/>
          </a:p>
        </p:txBody>
      </p:sp>
      <p:sp>
        <p:nvSpPr>
          <p:cNvPr id="1821231890" name="Slide Number Placeholder 3"/>
          <p:cNvSpPr>
            <a:spLocks noGrp="1"/>
          </p:cNvSpPr>
          <p:nvPr>
            <p:ph type="sldNum" sz="quarter" idx="10"/>
          </p:nvPr>
        </p:nvSpPr>
        <p:spPr bwMode="auto"/>
        <p:txBody>
          <a:bodyPr/>
          <a:lstStyle/>
          <a:p>
            <a:pPr>
              <a:defRPr/>
            </a:pPr>
            <a:fld id="{FD68241D-9929-560D-89C0-6F478630990C}"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0841964" name="Slide Image Placeholder 1"/>
          <p:cNvSpPr>
            <a:spLocks noChangeAspect="1" noGrp="1" noRot="1"/>
          </p:cNvSpPr>
          <p:nvPr>
            <p:ph type="sldImg"/>
          </p:nvPr>
        </p:nvSpPr>
        <p:spPr bwMode="auto"/>
      </p:sp>
      <p:sp>
        <p:nvSpPr>
          <p:cNvPr id="1420649642" name="Notes Placeholder 2"/>
          <p:cNvSpPr>
            <a:spLocks noGrp="1"/>
          </p:cNvSpPr>
          <p:nvPr>
            <p:ph type="body" idx="1"/>
          </p:nvPr>
        </p:nvSpPr>
        <p:spPr bwMode="auto"/>
        <p:txBody>
          <a:bodyPr/>
          <a:lstStyle/>
          <a:p>
            <a:pPr>
              <a:defRPr/>
            </a:pPr>
            <a:endParaRPr/>
          </a:p>
        </p:txBody>
      </p:sp>
      <p:sp>
        <p:nvSpPr>
          <p:cNvPr id="214548814" name="Slide Number Placeholder 3"/>
          <p:cNvSpPr>
            <a:spLocks noGrp="1"/>
          </p:cNvSpPr>
          <p:nvPr>
            <p:ph type="sldNum" sz="quarter" idx="10"/>
          </p:nvPr>
        </p:nvSpPr>
        <p:spPr bwMode="auto"/>
        <p:txBody>
          <a:bodyPr/>
          <a:lstStyle/>
          <a:p>
            <a:pPr>
              <a:defRPr/>
            </a:pPr>
            <a:fld id="{6B12558D-338E-5C18-0BE5-B4331874008F}"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2234284" name="Slide Image Placeholder 1"/>
          <p:cNvSpPr>
            <a:spLocks noChangeAspect="1" noGrp="1" noRot="1"/>
          </p:cNvSpPr>
          <p:nvPr>
            <p:ph type="sldImg"/>
          </p:nvPr>
        </p:nvSpPr>
        <p:spPr bwMode="auto"/>
      </p:sp>
      <p:sp>
        <p:nvSpPr>
          <p:cNvPr id="809240737" name="Notes Placeholder 2"/>
          <p:cNvSpPr>
            <a:spLocks noGrp="1"/>
          </p:cNvSpPr>
          <p:nvPr>
            <p:ph type="body" idx="1"/>
          </p:nvPr>
        </p:nvSpPr>
        <p:spPr bwMode="auto"/>
        <p:txBody>
          <a:bodyPr/>
          <a:lstStyle/>
          <a:p>
            <a:pPr>
              <a:defRPr/>
            </a:pPr>
            <a:endParaRPr/>
          </a:p>
        </p:txBody>
      </p:sp>
      <p:sp>
        <p:nvSpPr>
          <p:cNvPr id="1579587307" name="Slide Number Placeholder 3"/>
          <p:cNvSpPr>
            <a:spLocks noGrp="1"/>
          </p:cNvSpPr>
          <p:nvPr>
            <p:ph type="sldNum" sz="quarter" idx="10"/>
          </p:nvPr>
        </p:nvSpPr>
        <p:spPr bwMode="auto"/>
        <p:txBody>
          <a:bodyPr/>
          <a:lstStyle/>
          <a:p>
            <a:pPr>
              <a:defRPr/>
            </a:pPr>
            <a:fld id="{0051CA3F-8E21-CE9C-A83A-914B8D0C98C3}"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3707679" name="Slide Image Placeholder 1"/>
          <p:cNvSpPr>
            <a:spLocks noChangeAspect="1" noGrp="1" noRot="1"/>
          </p:cNvSpPr>
          <p:nvPr>
            <p:ph type="sldImg"/>
          </p:nvPr>
        </p:nvSpPr>
        <p:spPr bwMode="auto"/>
      </p:sp>
      <p:sp>
        <p:nvSpPr>
          <p:cNvPr id="1038356574" name="Notes Placeholder 2"/>
          <p:cNvSpPr>
            <a:spLocks noGrp="1"/>
          </p:cNvSpPr>
          <p:nvPr>
            <p:ph type="body" idx="1"/>
          </p:nvPr>
        </p:nvSpPr>
        <p:spPr bwMode="auto"/>
        <p:txBody>
          <a:bodyPr/>
          <a:lstStyle/>
          <a:p>
            <a:pPr>
              <a:defRPr/>
            </a:pPr>
            <a:endParaRPr/>
          </a:p>
        </p:txBody>
      </p:sp>
      <p:sp>
        <p:nvSpPr>
          <p:cNvPr id="1531507762" name="Slide Number Placeholder 3"/>
          <p:cNvSpPr>
            <a:spLocks noGrp="1"/>
          </p:cNvSpPr>
          <p:nvPr>
            <p:ph type="sldNum" sz="quarter" idx="10"/>
          </p:nvPr>
        </p:nvSpPr>
        <p:spPr bwMode="auto"/>
        <p:txBody>
          <a:bodyPr/>
          <a:lstStyle/>
          <a:p>
            <a:pPr>
              <a:defRPr/>
            </a:pPr>
            <a:fld id="{6BE8F15B-840E-645A-99C9-8FA49CBF625F}"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5731547" name="Slide Image Placeholder 1"/>
          <p:cNvSpPr>
            <a:spLocks noChangeAspect="1" noGrp="1" noRot="1"/>
          </p:cNvSpPr>
          <p:nvPr>
            <p:ph type="sldImg"/>
          </p:nvPr>
        </p:nvSpPr>
        <p:spPr bwMode="auto"/>
      </p:sp>
      <p:sp>
        <p:nvSpPr>
          <p:cNvPr id="2057559693" name="Notes Placeholder 2"/>
          <p:cNvSpPr>
            <a:spLocks noGrp="1"/>
          </p:cNvSpPr>
          <p:nvPr>
            <p:ph type="body" idx="1"/>
          </p:nvPr>
        </p:nvSpPr>
        <p:spPr bwMode="auto"/>
        <p:txBody>
          <a:bodyPr/>
          <a:lstStyle/>
          <a:p>
            <a:pPr>
              <a:defRPr/>
            </a:pPr>
            <a:endParaRPr/>
          </a:p>
        </p:txBody>
      </p:sp>
      <p:sp>
        <p:nvSpPr>
          <p:cNvPr id="295589846" name="Slide Number Placeholder 3"/>
          <p:cNvSpPr>
            <a:spLocks noGrp="1"/>
          </p:cNvSpPr>
          <p:nvPr>
            <p:ph type="sldNum" sz="quarter" idx="10"/>
          </p:nvPr>
        </p:nvSpPr>
        <p:spPr bwMode="auto"/>
        <p:txBody>
          <a:bodyPr/>
          <a:lstStyle/>
          <a:p>
            <a:pPr>
              <a:defRPr/>
            </a:pPr>
            <a:fld id="{EC6AC28E-DDCE-01AD-200D-4A76E302659C}"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978753" name="Slide Image Placeholder 1"/>
          <p:cNvSpPr>
            <a:spLocks noChangeAspect="1" noGrp="1" noRot="1"/>
          </p:cNvSpPr>
          <p:nvPr>
            <p:ph type="sldImg"/>
          </p:nvPr>
        </p:nvSpPr>
        <p:spPr bwMode="auto"/>
      </p:sp>
      <p:sp>
        <p:nvSpPr>
          <p:cNvPr id="412884559" name="Notes Placeholder 2"/>
          <p:cNvSpPr>
            <a:spLocks noGrp="1"/>
          </p:cNvSpPr>
          <p:nvPr>
            <p:ph type="body" idx="1"/>
          </p:nvPr>
        </p:nvSpPr>
        <p:spPr bwMode="auto"/>
        <p:txBody>
          <a:bodyPr/>
          <a:lstStyle/>
          <a:p>
            <a:pPr>
              <a:defRPr/>
            </a:pPr>
            <a:endParaRPr/>
          </a:p>
        </p:txBody>
      </p:sp>
      <p:sp>
        <p:nvSpPr>
          <p:cNvPr id="582840372" name="Slide Number Placeholder 3"/>
          <p:cNvSpPr>
            <a:spLocks noGrp="1"/>
          </p:cNvSpPr>
          <p:nvPr>
            <p:ph type="sldNum" sz="quarter" idx="10"/>
          </p:nvPr>
        </p:nvSpPr>
        <p:spPr bwMode="auto"/>
        <p:txBody>
          <a:bodyPr/>
          <a:lstStyle/>
          <a:p>
            <a:pPr>
              <a:defRPr/>
            </a:pPr>
            <a:fld id="{3FABA4D8-27C8-B9BC-50CC-8B847C9D10D0}"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6910886" name="Slide Image Placeholder 1"/>
          <p:cNvSpPr>
            <a:spLocks noChangeAspect="1" noGrp="1" noRot="1"/>
          </p:cNvSpPr>
          <p:nvPr>
            <p:ph type="sldImg"/>
          </p:nvPr>
        </p:nvSpPr>
        <p:spPr bwMode="auto"/>
      </p:sp>
      <p:sp>
        <p:nvSpPr>
          <p:cNvPr id="1412205012" name="Notes Placeholder 2"/>
          <p:cNvSpPr>
            <a:spLocks noGrp="1"/>
          </p:cNvSpPr>
          <p:nvPr>
            <p:ph type="body" idx="1"/>
          </p:nvPr>
        </p:nvSpPr>
        <p:spPr bwMode="auto"/>
        <p:txBody>
          <a:bodyPr/>
          <a:lstStyle/>
          <a:p>
            <a:pPr>
              <a:defRPr/>
            </a:pPr>
            <a:endParaRPr/>
          </a:p>
        </p:txBody>
      </p:sp>
      <p:sp>
        <p:nvSpPr>
          <p:cNvPr id="286887582" name="Slide Number Placeholder 3"/>
          <p:cNvSpPr>
            <a:spLocks noGrp="1"/>
          </p:cNvSpPr>
          <p:nvPr>
            <p:ph type="sldNum" sz="quarter" idx="10"/>
          </p:nvPr>
        </p:nvSpPr>
        <p:spPr bwMode="auto"/>
        <p:txBody>
          <a:bodyPr/>
          <a:lstStyle/>
          <a:p>
            <a:pPr>
              <a:defRPr/>
            </a:pPr>
            <a:fld id="{36F7BBDA-7608-8CE3-56D8-4FA4D8E7D435}"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5861290" name="Slide Image Placeholder 1"/>
          <p:cNvSpPr>
            <a:spLocks noChangeAspect="1" noGrp="1" noRot="1"/>
          </p:cNvSpPr>
          <p:nvPr>
            <p:ph type="sldImg"/>
          </p:nvPr>
        </p:nvSpPr>
        <p:spPr bwMode="auto"/>
      </p:sp>
      <p:sp>
        <p:nvSpPr>
          <p:cNvPr id="2145753997" name="Notes Placeholder 2"/>
          <p:cNvSpPr>
            <a:spLocks noGrp="1"/>
          </p:cNvSpPr>
          <p:nvPr>
            <p:ph type="body" idx="1"/>
          </p:nvPr>
        </p:nvSpPr>
        <p:spPr bwMode="auto"/>
        <p:txBody>
          <a:bodyPr/>
          <a:lstStyle/>
          <a:p>
            <a:pPr>
              <a:defRPr/>
            </a:pPr>
            <a:endParaRPr/>
          </a:p>
        </p:txBody>
      </p:sp>
      <p:sp>
        <p:nvSpPr>
          <p:cNvPr id="1265681340" name="Slide Number Placeholder 3"/>
          <p:cNvSpPr>
            <a:spLocks noGrp="1"/>
          </p:cNvSpPr>
          <p:nvPr>
            <p:ph type="sldNum" sz="quarter" idx="10"/>
          </p:nvPr>
        </p:nvSpPr>
        <p:spPr bwMode="auto"/>
        <p:txBody>
          <a:bodyPr/>
          <a:lstStyle/>
          <a:p>
            <a:pPr>
              <a:defRPr/>
            </a:pPr>
            <a:fld id="{C6061980-47B0-526A-B976-765BE3C0F0CE}"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8334629" name="Slide Image Placeholder 1"/>
          <p:cNvSpPr>
            <a:spLocks noChangeAspect="1" noGrp="1" noRot="1"/>
          </p:cNvSpPr>
          <p:nvPr>
            <p:ph type="sldImg"/>
          </p:nvPr>
        </p:nvSpPr>
        <p:spPr bwMode="auto"/>
      </p:sp>
      <p:sp>
        <p:nvSpPr>
          <p:cNvPr id="278414867" name="Notes Placeholder 2"/>
          <p:cNvSpPr>
            <a:spLocks noGrp="1"/>
          </p:cNvSpPr>
          <p:nvPr>
            <p:ph type="body" idx="1"/>
          </p:nvPr>
        </p:nvSpPr>
        <p:spPr bwMode="auto"/>
        <p:txBody>
          <a:bodyPr/>
          <a:lstStyle/>
          <a:p>
            <a:pPr>
              <a:defRPr/>
            </a:pPr>
            <a:endParaRPr/>
          </a:p>
        </p:txBody>
      </p:sp>
      <p:sp>
        <p:nvSpPr>
          <p:cNvPr id="1245871644" name="Slide Number Placeholder 3"/>
          <p:cNvSpPr>
            <a:spLocks noGrp="1"/>
          </p:cNvSpPr>
          <p:nvPr>
            <p:ph type="sldNum" sz="quarter" idx="10"/>
          </p:nvPr>
        </p:nvSpPr>
        <p:spPr bwMode="auto"/>
        <p:txBody>
          <a:bodyPr/>
          <a:lstStyle/>
          <a:p>
            <a:pPr>
              <a:defRPr/>
            </a:pPr>
            <a:fld id="{57520A84-4F67-180E-4CF9-89869C818E4A}"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4354205" name="Slide Image Placeholder 1"/>
          <p:cNvSpPr>
            <a:spLocks noChangeAspect="1" noGrp="1" noRot="1"/>
          </p:cNvSpPr>
          <p:nvPr>
            <p:ph type="sldImg"/>
          </p:nvPr>
        </p:nvSpPr>
        <p:spPr bwMode="auto"/>
      </p:sp>
      <p:sp>
        <p:nvSpPr>
          <p:cNvPr id="762221818" name="Notes Placeholder 2"/>
          <p:cNvSpPr>
            <a:spLocks noGrp="1"/>
          </p:cNvSpPr>
          <p:nvPr>
            <p:ph type="body" idx="1"/>
          </p:nvPr>
        </p:nvSpPr>
        <p:spPr bwMode="auto"/>
        <p:txBody>
          <a:bodyPr/>
          <a:lstStyle/>
          <a:p>
            <a:pPr>
              <a:defRPr/>
            </a:pPr>
            <a:endParaRPr/>
          </a:p>
        </p:txBody>
      </p:sp>
      <p:sp>
        <p:nvSpPr>
          <p:cNvPr id="884610320" name="Slide Number Placeholder 3"/>
          <p:cNvSpPr>
            <a:spLocks noGrp="1"/>
          </p:cNvSpPr>
          <p:nvPr>
            <p:ph type="sldNum" sz="quarter" idx="10"/>
          </p:nvPr>
        </p:nvSpPr>
        <p:spPr bwMode="auto"/>
        <p:txBody>
          <a:bodyPr/>
          <a:lstStyle/>
          <a:p>
            <a:pPr>
              <a:defRPr/>
            </a:pPr>
            <a:fld id="{1FFB07F0-8F25-C051-B8B9-F6044E0B959A}"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4703656" name="Slide Image Placeholder 1"/>
          <p:cNvSpPr>
            <a:spLocks noChangeAspect="1" noGrp="1" noRot="1"/>
          </p:cNvSpPr>
          <p:nvPr>
            <p:ph type="sldImg"/>
          </p:nvPr>
        </p:nvSpPr>
        <p:spPr bwMode="auto"/>
      </p:sp>
      <p:sp>
        <p:nvSpPr>
          <p:cNvPr id="18874134" name="Notes Placeholder 2"/>
          <p:cNvSpPr>
            <a:spLocks noGrp="1"/>
          </p:cNvSpPr>
          <p:nvPr>
            <p:ph type="body" idx="1"/>
          </p:nvPr>
        </p:nvSpPr>
        <p:spPr bwMode="auto"/>
        <p:txBody>
          <a:bodyPr/>
          <a:lstStyle/>
          <a:p>
            <a:pPr>
              <a:defRPr/>
            </a:pPr>
            <a:endParaRPr/>
          </a:p>
        </p:txBody>
      </p:sp>
      <p:sp>
        <p:nvSpPr>
          <p:cNvPr id="447076226" name="Slide Number Placeholder 3"/>
          <p:cNvSpPr>
            <a:spLocks noGrp="1"/>
          </p:cNvSpPr>
          <p:nvPr>
            <p:ph type="sldNum" sz="quarter" idx="10"/>
          </p:nvPr>
        </p:nvSpPr>
        <p:spPr bwMode="auto"/>
        <p:txBody>
          <a:bodyPr/>
          <a:lstStyle/>
          <a:p>
            <a:pPr>
              <a:defRPr/>
            </a:pPr>
            <a:fld id="{2AA6FEEA-9E0F-9E47-5794-7D8078C428A5}"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8660189" name="Slide Image Placeholder 1"/>
          <p:cNvSpPr>
            <a:spLocks noChangeAspect="1" noGrp="1" noRot="1"/>
          </p:cNvSpPr>
          <p:nvPr>
            <p:ph type="sldImg"/>
          </p:nvPr>
        </p:nvSpPr>
        <p:spPr bwMode="auto"/>
      </p:sp>
      <p:sp>
        <p:nvSpPr>
          <p:cNvPr id="1488490396" name="Notes Placeholder 2"/>
          <p:cNvSpPr>
            <a:spLocks noGrp="1"/>
          </p:cNvSpPr>
          <p:nvPr>
            <p:ph type="body" idx="1"/>
          </p:nvPr>
        </p:nvSpPr>
        <p:spPr bwMode="auto"/>
        <p:txBody>
          <a:bodyPr/>
          <a:lstStyle/>
          <a:p>
            <a:pPr>
              <a:defRPr/>
            </a:pPr>
            <a:endParaRPr/>
          </a:p>
        </p:txBody>
      </p:sp>
      <p:sp>
        <p:nvSpPr>
          <p:cNvPr id="947212894" name="Slide Number Placeholder 3"/>
          <p:cNvSpPr>
            <a:spLocks noGrp="1"/>
          </p:cNvSpPr>
          <p:nvPr>
            <p:ph type="sldNum" sz="quarter" idx="10"/>
          </p:nvPr>
        </p:nvSpPr>
        <p:spPr bwMode="auto"/>
        <p:txBody>
          <a:bodyPr/>
          <a:lstStyle/>
          <a:p>
            <a:pPr>
              <a:defRPr/>
            </a:pPr>
            <a:fld id="{10E88491-73B8-F527-8AC0-7E01138DDC75}"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6707229" name="Slide Image Placeholder 1"/>
          <p:cNvSpPr>
            <a:spLocks noChangeAspect="1" noGrp="1" noRot="1"/>
          </p:cNvSpPr>
          <p:nvPr>
            <p:ph type="sldImg"/>
          </p:nvPr>
        </p:nvSpPr>
        <p:spPr bwMode="auto"/>
      </p:sp>
      <p:sp>
        <p:nvSpPr>
          <p:cNvPr id="1705454804" name="Notes Placeholder 2"/>
          <p:cNvSpPr>
            <a:spLocks noGrp="1"/>
          </p:cNvSpPr>
          <p:nvPr>
            <p:ph type="body" idx="1"/>
          </p:nvPr>
        </p:nvSpPr>
        <p:spPr bwMode="auto"/>
        <p:txBody>
          <a:bodyPr/>
          <a:lstStyle/>
          <a:p>
            <a:pPr>
              <a:defRPr/>
            </a:pPr>
            <a:endParaRPr/>
          </a:p>
        </p:txBody>
      </p:sp>
      <p:sp>
        <p:nvSpPr>
          <p:cNvPr id="598094808" name="Slide Number Placeholder 3"/>
          <p:cNvSpPr>
            <a:spLocks noGrp="1"/>
          </p:cNvSpPr>
          <p:nvPr>
            <p:ph type="sldNum" sz="quarter" idx="10"/>
          </p:nvPr>
        </p:nvSpPr>
        <p:spPr bwMode="auto"/>
        <p:txBody>
          <a:bodyPr/>
          <a:lstStyle/>
          <a:p>
            <a:pPr>
              <a:defRPr/>
            </a:pPr>
            <a:fld id="{BF0B44B7-B41E-A01E-AB47-72EA21F0159A}" type="slidenum">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5345280" name="Slide Image Placeholder 1"/>
          <p:cNvSpPr>
            <a:spLocks noChangeAspect="1" noGrp="1" noRot="1"/>
          </p:cNvSpPr>
          <p:nvPr>
            <p:ph type="sldImg"/>
          </p:nvPr>
        </p:nvSpPr>
        <p:spPr bwMode="auto"/>
      </p:sp>
      <p:sp>
        <p:nvSpPr>
          <p:cNvPr id="220822924" name="Notes Placeholder 2"/>
          <p:cNvSpPr>
            <a:spLocks noGrp="1"/>
          </p:cNvSpPr>
          <p:nvPr>
            <p:ph type="body" idx="1"/>
          </p:nvPr>
        </p:nvSpPr>
        <p:spPr bwMode="auto"/>
        <p:txBody>
          <a:bodyPr/>
          <a:lstStyle/>
          <a:p>
            <a:pPr>
              <a:defRPr/>
            </a:pPr>
            <a:endParaRPr/>
          </a:p>
        </p:txBody>
      </p:sp>
      <p:sp>
        <p:nvSpPr>
          <p:cNvPr id="515936718" name="Slide Number Placeholder 3"/>
          <p:cNvSpPr>
            <a:spLocks noGrp="1"/>
          </p:cNvSpPr>
          <p:nvPr>
            <p:ph type="sldNum" sz="quarter" idx="10"/>
          </p:nvPr>
        </p:nvSpPr>
        <p:spPr bwMode="auto"/>
        <p:txBody>
          <a:bodyPr/>
          <a:lstStyle/>
          <a:p>
            <a:pPr>
              <a:defRPr/>
            </a:pPr>
            <a:fld id="{C8D29FF7-BC15-44CB-B0D3-2B2E578A1EC4}" type="slidenum">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0684687" name="Slide Image Placeholder 1"/>
          <p:cNvSpPr>
            <a:spLocks noChangeAspect="1" noGrp="1" noRot="1"/>
          </p:cNvSpPr>
          <p:nvPr>
            <p:ph type="sldImg"/>
          </p:nvPr>
        </p:nvSpPr>
        <p:spPr bwMode="auto"/>
      </p:sp>
      <p:sp>
        <p:nvSpPr>
          <p:cNvPr id="211526583" name="Notes Placeholder 2"/>
          <p:cNvSpPr>
            <a:spLocks noGrp="1"/>
          </p:cNvSpPr>
          <p:nvPr>
            <p:ph type="body" idx="1"/>
          </p:nvPr>
        </p:nvSpPr>
        <p:spPr bwMode="auto"/>
        <p:txBody>
          <a:bodyPr/>
          <a:lstStyle/>
          <a:p>
            <a:pPr>
              <a:defRPr/>
            </a:pPr>
            <a:endParaRPr/>
          </a:p>
        </p:txBody>
      </p:sp>
      <p:sp>
        <p:nvSpPr>
          <p:cNvPr id="2010902161" name="Slide Number Placeholder 3"/>
          <p:cNvSpPr>
            <a:spLocks noGrp="1"/>
          </p:cNvSpPr>
          <p:nvPr>
            <p:ph type="sldNum" sz="quarter" idx="10"/>
          </p:nvPr>
        </p:nvSpPr>
        <p:spPr bwMode="auto"/>
        <p:txBody>
          <a:bodyPr/>
          <a:lstStyle/>
          <a:p>
            <a:pPr>
              <a:defRPr/>
            </a:pPr>
            <a:fld id="{DF60409F-7A0F-0782-FA88-62A2B8CF31D8}" type="slidenum">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5801279" name="Slide Image Placeholder 1"/>
          <p:cNvSpPr>
            <a:spLocks noChangeAspect="1" noGrp="1" noRot="1"/>
          </p:cNvSpPr>
          <p:nvPr>
            <p:ph type="sldImg"/>
          </p:nvPr>
        </p:nvSpPr>
        <p:spPr bwMode="auto"/>
      </p:sp>
      <p:sp>
        <p:nvSpPr>
          <p:cNvPr id="1263751839" name="Notes Placeholder 2"/>
          <p:cNvSpPr>
            <a:spLocks noGrp="1"/>
          </p:cNvSpPr>
          <p:nvPr>
            <p:ph type="body" idx="1"/>
          </p:nvPr>
        </p:nvSpPr>
        <p:spPr bwMode="auto"/>
        <p:txBody>
          <a:bodyPr/>
          <a:lstStyle/>
          <a:p>
            <a:pPr>
              <a:defRPr/>
            </a:pPr>
            <a:endParaRPr/>
          </a:p>
        </p:txBody>
      </p:sp>
      <p:sp>
        <p:nvSpPr>
          <p:cNvPr id="2042493231" name="Slide Number Placeholder 3"/>
          <p:cNvSpPr>
            <a:spLocks noGrp="1"/>
          </p:cNvSpPr>
          <p:nvPr>
            <p:ph type="sldNum" sz="quarter" idx="10"/>
          </p:nvPr>
        </p:nvSpPr>
        <p:spPr bwMode="auto"/>
        <p:txBody>
          <a:bodyPr/>
          <a:lstStyle/>
          <a:p>
            <a:pPr>
              <a:defRPr/>
            </a:pPr>
            <a:fld id="{94D64F52-4354-2FC4-185D-C580A36312EB}"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77718871" name="Slide Image Placeholder 1"/>
          <p:cNvSpPr>
            <a:spLocks noChangeAspect="1" noGrp="1" noRot="1"/>
          </p:cNvSpPr>
          <p:nvPr>
            <p:ph type="sldImg"/>
          </p:nvPr>
        </p:nvSpPr>
        <p:spPr bwMode="auto"/>
      </p:sp>
      <p:sp>
        <p:nvSpPr>
          <p:cNvPr id="1231438747" name="Notes Placeholder 2"/>
          <p:cNvSpPr>
            <a:spLocks noGrp="1"/>
          </p:cNvSpPr>
          <p:nvPr>
            <p:ph type="body" idx="1"/>
          </p:nvPr>
        </p:nvSpPr>
        <p:spPr bwMode="auto"/>
        <p:txBody>
          <a:bodyPr/>
          <a:lstStyle/>
          <a:p>
            <a:pPr>
              <a:defRPr/>
            </a:pPr>
            <a:endParaRPr/>
          </a:p>
        </p:txBody>
      </p:sp>
      <p:sp>
        <p:nvSpPr>
          <p:cNvPr id="418447413" name="Slide Number Placeholder 3"/>
          <p:cNvSpPr>
            <a:spLocks noGrp="1"/>
          </p:cNvSpPr>
          <p:nvPr>
            <p:ph type="sldNum" sz="quarter" idx="10"/>
          </p:nvPr>
        </p:nvSpPr>
        <p:spPr bwMode="auto"/>
        <p:txBody>
          <a:bodyPr/>
          <a:lstStyle/>
          <a:p>
            <a:pPr>
              <a:defRPr/>
            </a:pPr>
            <a:fld id="{EDCCED7D-9364-48EA-4D3C-419464B749E1}"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6238517" name="Slide Image Placeholder 1"/>
          <p:cNvSpPr>
            <a:spLocks noChangeAspect="1" noGrp="1" noRot="1"/>
          </p:cNvSpPr>
          <p:nvPr>
            <p:ph type="sldImg"/>
          </p:nvPr>
        </p:nvSpPr>
        <p:spPr bwMode="auto"/>
      </p:sp>
      <p:sp>
        <p:nvSpPr>
          <p:cNvPr id="109113126" name="Notes Placeholder 2"/>
          <p:cNvSpPr>
            <a:spLocks noGrp="1"/>
          </p:cNvSpPr>
          <p:nvPr>
            <p:ph type="body" idx="1"/>
          </p:nvPr>
        </p:nvSpPr>
        <p:spPr bwMode="auto"/>
        <p:txBody>
          <a:bodyPr/>
          <a:lstStyle/>
          <a:p>
            <a:pPr>
              <a:defRPr/>
            </a:pPr>
            <a:endParaRPr/>
          </a:p>
        </p:txBody>
      </p:sp>
      <p:sp>
        <p:nvSpPr>
          <p:cNvPr id="2137897685" name="Slide Number Placeholder 3"/>
          <p:cNvSpPr>
            <a:spLocks noGrp="1"/>
          </p:cNvSpPr>
          <p:nvPr>
            <p:ph type="sldNum" sz="quarter" idx="10"/>
          </p:nvPr>
        </p:nvSpPr>
        <p:spPr bwMode="auto"/>
        <p:txBody>
          <a:bodyPr/>
          <a:lstStyle/>
          <a:p>
            <a:pPr>
              <a:defRPr/>
            </a:pPr>
            <a:fld id="{8C82F347-1C56-C266-E5B1-97497ACD0CE1}"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5537781" name="Slide Image Placeholder 1"/>
          <p:cNvSpPr>
            <a:spLocks noChangeAspect="1" noGrp="1" noRot="1"/>
          </p:cNvSpPr>
          <p:nvPr>
            <p:ph type="sldImg"/>
          </p:nvPr>
        </p:nvSpPr>
        <p:spPr bwMode="auto"/>
      </p:sp>
      <p:sp>
        <p:nvSpPr>
          <p:cNvPr id="2076750886" name="Notes Placeholder 2"/>
          <p:cNvSpPr>
            <a:spLocks noGrp="1"/>
          </p:cNvSpPr>
          <p:nvPr>
            <p:ph type="body" idx="1"/>
          </p:nvPr>
        </p:nvSpPr>
        <p:spPr bwMode="auto"/>
        <p:txBody>
          <a:bodyPr/>
          <a:lstStyle/>
          <a:p>
            <a:pPr>
              <a:defRPr/>
            </a:pPr>
            <a:endParaRPr/>
          </a:p>
        </p:txBody>
      </p:sp>
      <p:sp>
        <p:nvSpPr>
          <p:cNvPr id="654759453" name="Slide Number Placeholder 3"/>
          <p:cNvSpPr>
            <a:spLocks noGrp="1"/>
          </p:cNvSpPr>
          <p:nvPr>
            <p:ph type="sldNum" sz="quarter" idx="10"/>
          </p:nvPr>
        </p:nvSpPr>
        <p:spPr bwMode="auto"/>
        <p:txBody>
          <a:bodyPr/>
          <a:lstStyle/>
          <a:p>
            <a:pPr>
              <a:defRPr/>
            </a:pPr>
            <a:fld id="{E6513C41-9179-0225-D544-BD079643316F}"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5376734" name="Slide Image Placeholder 1"/>
          <p:cNvSpPr>
            <a:spLocks noChangeAspect="1" noGrp="1" noRot="1"/>
          </p:cNvSpPr>
          <p:nvPr>
            <p:ph type="sldImg"/>
          </p:nvPr>
        </p:nvSpPr>
        <p:spPr bwMode="auto"/>
      </p:sp>
      <p:sp>
        <p:nvSpPr>
          <p:cNvPr id="1695283467" name="Notes Placeholder 2"/>
          <p:cNvSpPr>
            <a:spLocks noGrp="1"/>
          </p:cNvSpPr>
          <p:nvPr>
            <p:ph type="body" idx="1"/>
          </p:nvPr>
        </p:nvSpPr>
        <p:spPr bwMode="auto"/>
        <p:txBody>
          <a:bodyPr/>
          <a:lstStyle/>
          <a:p>
            <a:pPr>
              <a:defRPr/>
            </a:pPr>
            <a:endParaRPr/>
          </a:p>
        </p:txBody>
      </p:sp>
      <p:sp>
        <p:nvSpPr>
          <p:cNvPr id="968916395" name="Slide Number Placeholder 3"/>
          <p:cNvSpPr>
            <a:spLocks noGrp="1"/>
          </p:cNvSpPr>
          <p:nvPr>
            <p:ph type="sldNum" sz="quarter" idx="10"/>
          </p:nvPr>
        </p:nvSpPr>
        <p:spPr bwMode="auto"/>
        <p:txBody>
          <a:bodyPr/>
          <a:lstStyle/>
          <a:p>
            <a:pPr>
              <a:defRPr/>
            </a:pPr>
            <a:fld id="{E41A38E0-390A-60AB-CC8E-A8FD499ABA1E}"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6163560" name="Slide Image Placeholder 1"/>
          <p:cNvSpPr>
            <a:spLocks noChangeAspect="1" noGrp="1" noRot="1"/>
          </p:cNvSpPr>
          <p:nvPr>
            <p:ph type="sldImg"/>
          </p:nvPr>
        </p:nvSpPr>
        <p:spPr bwMode="auto"/>
      </p:sp>
      <p:sp>
        <p:nvSpPr>
          <p:cNvPr id="360258532" name="Notes Placeholder 2"/>
          <p:cNvSpPr>
            <a:spLocks noGrp="1"/>
          </p:cNvSpPr>
          <p:nvPr>
            <p:ph type="body" idx="1"/>
          </p:nvPr>
        </p:nvSpPr>
        <p:spPr bwMode="auto"/>
        <p:txBody>
          <a:bodyPr/>
          <a:lstStyle/>
          <a:p>
            <a:pPr>
              <a:defRPr/>
            </a:pPr>
            <a:endParaRPr/>
          </a:p>
        </p:txBody>
      </p:sp>
      <p:sp>
        <p:nvSpPr>
          <p:cNvPr id="111836192" name="Slide Number Placeholder 3"/>
          <p:cNvSpPr>
            <a:spLocks noGrp="1"/>
          </p:cNvSpPr>
          <p:nvPr>
            <p:ph type="sldNum" sz="quarter" idx="10"/>
          </p:nvPr>
        </p:nvSpPr>
        <p:spPr bwMode="auto"/>
        <p:txBody>
          <a:bodyPr/>
          <a:lstStyle/>
          <a:p>
            <a:pPr>
              <a:defRPr/>
            </a:pPr>
            <a:fld id="{67610C9D-5EC4-CE5D-7B27-17F0176F7870}" type="slidenum">
              <a:rPr/>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5228320" name="Slide Image Placeholder 1"/>
          <p:cNvSpPr>
            <a:spLocks noChangeAspect="1" noGrp="1" noRot="1"/>
          </p:cNvSpPr>
          <p:nvPr>
            <p:ph type="sldImg"/>
          </p:nvPr>
        </p:nvSpPr>
        <p:spPr bwMode="auto"/>
      </p:sp>
      <p:sp>
        <p:nvSpPr>
          <p:cNvPr id="1824434315" name="Notes Placeholder 2"/>
          <p:cNvSpPr>
            <a:spLocks noGrp="1"/>
          </p:cNvSpPr>
          <p:nvPr>
            <p:ph type="body" idx="1"/>
          </p:nvPr>
        </p:nvSpPr>
        <p:spPr bwMode="auto"/>
        <p:txBody>
          <a:bodyPr/>
          <a:lstStyle/>
          <a:p>
            <a:pPr>
              <a:defRPr/>
            </a:pPr>
            <a:endParaRPr/>
          </a:p>
        </p:txBody>
      </p:sp>
      <p:sp>
        <p:nvSpPr>
          <p:cNvPr id="1763862578" name="Slide Number Placeholder 3"/>
          <p:cNvSpPr>
            <a:spLocks noGrp="1"/>
          </p:cNvSpPr>
          <p:nvPr>
            <p:ph type="sldNum" sz="quarter" idx="10"/>
          </p:nvPr>
        </p:nvSpPr>
        <p:spPr bwMode="auto"/>
        <p:txBody>
          <a:bodyPr/>
          <a:lstStyle/>
          <a:p>
            <a:pPr>
              <a:defRPr/>
            </a:pPr>
            <a:fld id="{972E6181-59DC-D195-DA85-5A28F5A419D3}"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3158071" name="Slide Image Placeholder 1"/>
          <p:cNvSpPr>
            <a:spLocks noChangeAspect="1" noGrp="1" noRot="1"/>
          </p:cNvSpPr>
          <p:nvPr>
            <p:ph type="sldImg"/>
          </p:nvPr>
        </p:nvSpPr>
        <p:spPr bwMode="auto"/>
      </p:sp>
      <p:sp>
        <p:nvSpPr>
          <p:cNvPr id="589906617" name="Notes Placeholder 2"/>
          <p:cNvSpPr>
            <a:spLocks noGrp="1"/>
          </p:cNvSpPr>
          <p:nvPr>
            <p:ph type="body" idx="1"/>
          </p:nvPr>
        </p:nvSpPr>
        <p:spPr bwMode="auto"/>
        <p:txBody>
          <a:bodyPr/>
          <a:lstStyle/>
          <a:p>
            <a:pPr>
              <a:defRPr/>
            </a:pPr>
            <a:endParaRPr/>
          </a:p>
        </p:txBody>
      </p:sp>
      <p:sp>
        <p:nvSpPr>
          <p:cNvPr id="1831563978" name="Slide Number Placeholder 3"/>
          <p:cNvSpPr>
            <a:spLocks noGrp="1"/>
          </p:cNvSpPr>
          <p:nvPr>
            <p:ph type="sldNum" sz="quarter" idx="10"/>
          </p:nvPr>
        </p:nvSpPr>
        <p:spPr bwMode="auto"/>
        <p:txBody>
          <a:bodyPr/>
          <a:lstStyle/>
          <a:p>
            <a:pPr>
              <a:defRPr/>
            </a:pPr>
            <a:fld id="{6EA2B3D8-8568-0814-CE5C-D1702D8F09C6}" type="slidenum">
              <a:rP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6631179" name="Slide Image Placeholder 1"/>
          <p:cNvSpPr>
            <a:spLocks noChangeAspect="1" noGrp="1" noRot="1"/>
          </p:cNvSpPr>
          <p:nvPr>
            <p:ph type="sldImg"/>
          </p:nvPr>
        </p:nvSpPr>
        <p:spPr bwMode="auto"/>
      </p:sp>
      <p:sp>
        <p:nvSpPr>
          <p:cNvPr id="2142412976" name="Notes Placeholder 2"/>
          <p:cNvSpPr>
            <a:spLocks noGrp="1"/>
          </p:cNvSpPr>
          <p:nvPr>
            <p:ph type="body" idx="1"/>
          </p:nvPr>
        </p:nvSpPr>
        <p:spPr bwMode="auto"/>
        <p:txBody>
          <a:bodyPr/>
          <a:lstStyle/>
          <a:p>
            <a:pPr>
              <a:defRPr/>
            </a:pPr>
            <a:endParaRPr/>
          </a:p>
        </p:txBody>
      </p:sp>
      <p:sp>
        <p:nvSpPr>
          <p:cNvPr id="570613909" name="Slide Number Placeholder 3"/>
          <p:cNvSpPr>
            <a:spLocks noGrp="1"/>
          </p:cNvSpPr>
          <p:nvPr>
            <p:ph type="sldNum" sz="quarter" idx="10"/>
          </p:nvPr>
        </p:nvSpPr>
        <p:spPr bwMode="auto"/>
        <p:txBody>
          <a:bodyPr/>
          <a:lstStyle/>
          <a:p>
            <a:pPr>
              <a:defRPr/>
            </a:pPr>
            <a:fld id="{E3E0EC61-647F-2197-B3B6-E4C915F30D71}"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405271" name="Slide Image Placeholder 1"/>
          <p:cNvSpPr>
            <a:spLocks noChangeAspect="1" noGrp="1" noRot="1"/>
          </p:cNvSpPr>
          <p:nvPr>
            <p:ph type="sldImg"/>
          </p:nvPr>
        </p:nvSpPr>
        <p:spPr bwMode="auto"/>
      </p:sp>
      <p:sp>
        <p:nvSpPr>
          <p:cNvPr id="1762694182" name="Notes Placeholder 2"/>
          <p:cNvSpPr>
            <a:spLocks noGrp="1"/>
          </p:cNvSpPr>
          <p:nvPr>
            <p:ph type="body" idx="1"/>
          </p:nvPr>
        </p:nvSpPr>
        <p:spPr bwMode="auto"/>
        <p:txBody>
          <a:bodyPr/>
          <a:lstStyle/>
          <a:p>
            <a:pPr>
              <a:defRPr/>
            </a:pPr>
            <a:endParaRPr/>
          </a:p>
        </p:txBody>
      </p:sp>
      <p:sp>
        <p:nvSpPr>
          <p:cNvPr id="1164261525" name="Slide Number Placeholder 3"/>
          <p:cNvSpPr>
            <a:spLocks noGrp="1"/>
          </p:cNvSpPr>
          <p:nvPr>
            <p:ph type="sldNum" sz="quarter" idx="10"/>
          </p:nvPr>
        </p:nvSpPr>
        <p:spPr bwMode="auto"/>
        <p:txBody>
          <a:bodyPr/>
          <a:lstStyle/>
          <a:p>
            <a:pPr>
              <a:defRPr/>
            </a:pPr>
            <a:fld id="{3A14E31E-46D4-F3F3-7D0D-D3BA9D43B4E8}" type="slidenum">
              <a:rPr/>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2864013" name="Slide Image Placeholder 1"/>
          <p:cNvSpPr>
            <a:spLocks noChangeAspect="1" noGrp="1" noRot="1"/>
          </p:cNvSpPr>
          <p:nvPr>
            <p:ph type="sldImg"/>
          </p:nvPr>
        </p:nvSpPr>
        <p:spPr bwMode="auto"/>
      </p:sp>
      <p:sp>
        <p:nvSpPr>
          <p:cNvPr id="1755043287" name="Notes Placeholder 2"/>
          <p:cNvSpPr>
            <a:spLocks noGrp="1"/>
          </p:cNvSpPr>
          <p:nvPr>
            <p:ph type="body" idx="1"/>
          </p:nvPr>
        </p:nvSpPr>
        <p:spPr bwMode="auto"/>
        <p:txBody>
          <a:bodyPr/>
          <a:lstStyle/>
          <a:p>
            <a:pPr>
              <a:defRPr/>
            </a:pPr>
            <a:endParaRPr/>
          </a:p>
        </p:txBody>
      </p:sp>
      <p:sp>
        <p:nvSpPr>
          <p:cNvPr id="1001808290" name="Slide Number Placeholder 3"/>
          <p:cNvSpPr>
            <a:spLocks noGrp="1"/>
          </p:cNvSpPr>
          <p:nvPr>
            <p:ph type="sldNum" sz="quarter" idx="10"/>
          </p:nvPr>
        </p:nvSpPr>
        <p:spPr bwMode="auto"/>
        <p:txBody>
          <a:bodyPr/>
          <a:lstStyle/>
          <a:p>
            <a:pPr>
              <a:defRPr/>
            </a:pPr>
            <a:fld id="{940AD231-B3C5-D9F0-A376-44CDEAD377EC}"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851230" name="Slide Image Placeholder 1"/>
          <p:cNvSpPr>
            <a:spLocks noChangeAspect="1" noGrp="1" noRot="1"/>
          </p:cNvSpPr>
          <p:nvPr>
            <p:ph type="sldImg"/>
          </p:nvPr>
        </p:nvSpPr>
        <p:spPr bwMode="auto"/>
      </p:sp>
      <p:sp>
        <p:nvSpPr>
          <p:cNvPr id="365328199" name="Notes Placeholder 2"/>
          <p:cNvSpPr>
            <a:spLocks noGrp="1"/>
          </p:cNvSpPr>
          <p:nvPr>
            <p:ph type="body" idx="1"/>
          </p:nvPr>
        </p:nvSpPr>
        <p:spPr bwMode="auto"/>
        <p:txBody>
          <a:bodyPr/>
          <a:lstStyle/>
          <a:p>
            <a:pPr>
              <a:defRPr/>
            </a:pPr>
            <a:endParaRPr/>
          </a:p>
        </p:txBody>
      </p:sp>
      <p:sp>
        <p:nvSpPr>
          <p:cNvPr id="127868949" name="Slide Number Placeholder 3"/>
          <p:cNvSpPr>
            <a:spLocks noGrp="1"/>
          </p:cNvSpPr>
          <p:nvPr>
            <p:ph type="sldNum" sz="quarter" idx="10"/>
          </p:nvPr>
        </p:nvSpPr>
        <p:spPr bwMode="auto"/>
        <p:txBody>
          <a:bodyPr/>
          <a:lstStyle/>
          <a:p>
            <a:pPr>
              <a:defRPr/>
            </a:pPr>
            <a:fld id="{74242530-430D-D9CE-1B61-2CBC94508CD5}"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8783435" name="Slide Image Placeholder 1"/>
          <p:cNvSpPr>
            <a:spLocks noChangeAspect="1" noGrp="1" noRot="1"/>
          </p:cNvSpPr>
          <p:nvPr>
            <p:ph type="sldImg"/>
          </p:nvPr>
        </p:nvSpPr>
        <p:spPr bwMode="auto"/>
      </p:sp>
      <p:sp>
        <p:nvSpPr>
          <p:cNvPr id="1143803630" name="Notes Placeholder 2"/>
          <p:cNvSpPr>
            <a:spLocks noGrp="1"/>
          </p:cNvSpPr>
          <p:nvPr>
            <p:ph type="body" idx="1"/>
          </p:nvPr>
        </p:nvSpPr>
        <p:spPr bwMode="auto"/>
        <p:txBody>
          <a:bodyPr/>
          <a:lstStyle/>
          <a:p>
            <a:pPr>
              <a:defRPr/>
            </a:pPr>
            <a:endParaRPr/>
          </a:p>
        </p:txBody>
      </p:sp>
      <p:sp>
        <p:nvSpPr>
          <p:cNvPr id="387759983" name="Slide Number Placeholder 3"/>
          <p:cNvSpPr>
            <a:spLocks noGrp="1"/>
          </p:cNvSpPr>
          <p:nvPr>
            <p:ph type="sldNum" sz="quarter" idx="10"/>
          </p:nvPr>
        </p:nvSpPr>
        <p:spPr bwMode="auto"/>
        <p:txBody>
          <a:bodyPr/>
          <a:lstStyle/>
          <a:p>
            <a:pPr>
              <a:defRPr/>
            </a:pPr>
            <a:fld id="{B78D6DF9-5652-94A0-1AA7-0DE7AFFE4AA2}"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6534515" name="Slide Image Placeholder 1"/>
          <p:cNvSpPr>
            <a:spLocks noChangeAspect="1" noGrp="1" noRot="1"/>
          </p:cNvSpPr>
          <p:nvPr>
            <p:ph type="sldImg"/>
          </p:nvPr>
        </p:nvSpPr>
        <p:spPr bwMode="auto"/>
      </p:sp>
      <p:sp>
        <p:nvSpPr>
          <p:cNvPr id="38416180" name="Notes Placeholder 2"/>
          <p:cNvSpPr>
            <a:spLocks noGrp="1"/>
          </p:cNvSpPr>
          <p:nvPr>
            <p:ph type="body" idx="1"/>
          </p:nvPr>
        </p:nvSpPr>
        <p:spPr bwMode="auto"/>
        <p:txBody>
          <a:bodyPr/>
          <a:lstStyle/>
          <a:p>
            <a:pPr>
              <a:defRPr/>
            </a:pPr>
            <a:endParaRPr/>
          </a:p>
        </p:txBody>
      </p:sp>
      <p:sp>
        <p:nvSpPr>
          <p:cNvPr id="1540618435" name="Slide Number Placeholder 3"/>
          <p:cNvSpPr>
            <a:spLocks noGrp="1"/>
          </p:cNvSpPr>
          <p:nvPr>
            <p:ph type="sldNum" sz="quarter" idx="10"/>
          </p:nvPr>
        </p:nvSpPr>
        <p:spPr bwMode="auto"/>
        <p:txBody>
          <a:bodyPr/>
          <a:lstStyle/>
          <a:p>
            <a:pPr>
              <a:defRPr/>
            </a:pPr>
            <a:fld id="{85103D03-E650-243D-4BAE-3022A832BF19}" type="slidenum">
              <a:rP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6001340" name="Slide Image Placeholder 1"/>
          <p:cNvSpPr>
            <a:spLocks noChangeAspect="1" noGrp="1" noRot="1"/>
          </p:cNvSpPr>
          <p:nvPr>
            <p:ph type="sldImg"/>
          </p:nvPr>
        </p:nvSpPr>
        <p:spPr bwMode="auto"/>
      </p:sp>
      <p:sp>
        <p:nvSpPr>
          <p:cNvPr id="662079006" name="Notes Placeholder 2"/>
          <p:cNvSpPr>
            <a:spLocks noGrp="1"/>
          </p:cNvSpPr>
          <p:nvPr>
            <p:ph type="body" idx="1"/>
          </p:nvPr>
        </p:nvSpPr>
        <p:spPr bwMode="auto"/>
        <p:txBody>
          <a:bodyPr/>
          <a:lstStyle/>
          <a:p>
            <a:pPr>
              <a:defRPr/>
            </a:pPr>
            <a:endParaRPr/>
          </a:p>
        </p:txBody>
      </p:sp>
      <p:sp>
        <p:nvSpPr>
          <p:cNvPr id="467656971" name="Slide Number Placeholder 3"/>
          <p:cNvSpPr>
            <a:spLocks noGrp="1"/>
          </p:cNvSpPr>
          <p:nvPr>
            <p:ph type="sldNum" sz="quarter" idx="10"/>
          </p:nvPr>
        </p:nvSpPr>
        <p:spPr bwMode="auto"/>
        <p:txBody>
          <a:bodyPr/>
          <a:lstStyle/>
          <a:p>
            <a:pPr>
              <a:defRPr/>
            </a:pPr>
            <a:fld id="{D317C4B0-0C45-BFF4-5B31-9A6DC1B9A7D0}"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9873565" name="Slide Image Placeholder 1"/>
          <p:cNvSpPr>
            <a:spLocks noChangeAspect="1" noGrp="1" noRot="1"/>
          </p:cNvSpPr>
          <p:nvPr>
            <p:ph type="sldImg"/>
          </p:nvPr>
        </p:nvSpPr>
        <p:spPr bwMode="auto"/>
      </p:sp>
      <p:sp>
        <p:nvSpPr>
          <p:cNvPr id="399691365" name="Notes Placeholder 2"/>
          <p:cNvSpPr>
            <a:spLocks noGrp="1"/>
          </p:cNvSpPr>
          <p:nvPr>
            <p:ph type="body" idx="1"/>
          </p:nvPr>
        </p:nvSpPr>
        <p:spPr bwMode="auto"/>
        <p:txBody>
          <a:bodyPr/>
          <a:lstStyle/>
          <a:p>
            <a:pPr>
              <a:defRPr/>
            </a:pPr>
            <a:endParaRPr/>
          </a:p>
        </p:txBody>
      </p:sp>
      <p:sp>
        <p:nvSpPr>
          <p:cNvPr id="902167194" name="Slide Number Placeholder 3"/>
          <p:cNvSpPr>
            <a:spLocks noGrp="1"/>
          </p:cNvSpPr>
          <p:nvPr>
            <p:ph type="sldNum" sz="quarter" idx="10"/>
          </p:nvPr>
        </p:nvSpPr>
        <p:spPr bwMode="auto"/>
        <p:txBody>
          <a:bodyPr/>
          <a:lstStyle/>
          <a:p>
            <a:pPr>
              <a:defRPr/>
            </a:pPr>
            <a:fld id="{B4208D88-D143-3109-38CA-86E3E5D52A52}" type="slidenum">
              <a:rP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3159836" name="Slide Image Placeholder 1"/>
          <p:cNvSpPr>
            <a:spLocks noChangeAspect="1" noGrp="1" noRot="1"/>
          </p:cNvSpPr>
          <p:nvPr>
            <p:ph type="sldImg"/>
          </p:nvPr>
        </p:nvSpPr>
        <p:spPr bwMode="auto"/>
      </p:sp>
      <p:sp>
        <p:nvSpPr>
          <p:cNvPr id="433478398" name="Notes Placeholder 2"/>
          <p:cNvSpPr>
            <a:spLocks noGrp="1"/>
          </p:cNvSpPr>
          <p:nvPr>
            <p:ph type="body" idx="1"/>
          </p:nvPr>
        </p:nvSpPr>
        <p:spPr bwMode="auto"/>
        <p:txBody>
          <a:bodyPr/>
          <a:lstStyle/>
          <a:p>
            <a:pPr>
              <a:defRPr/>
            </a:pPr>
            <a:endParaRPr/>
          </a:p>
        </p:txBody>
      </p:sp>
      <p:sp>
        <p:nvSpPr>
          <p:cNvPr id="1252222232" name="Slide Number Placeholder 3"/>
          <p:cNvSpPr>
            <a:spLocks noGrp="1"/>
          </p:cNvSpPr>
          <p:nvPr>
            <p:ph type="sldNum" sz="quarter" idx="10"/>
          </p:nvPr>
        </p:nvSpPr>
        <p:spPr bwMode="auto"/>
        <p:txBody>
          <a:bodyPr/>
          <a:lstStyle/>
          <a:p>
            <a:pPr>
              <a:defRPr/>
            </a:pPr>
            <a:fld id="{804EAEA1-1E67-2F11-16E1-6ECD71B8A0AA}"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41462289" name="Slide Image Placeholder 1"/>
          <p:cNvSpPr>
            <a:spLocks noChangeAspect="1" noGrp="1" noRot="1"/>
          </p:cNvSpPr>
          <p:nvPr>
            <p:ph type="sldImg"/>
          </p:nvPr>
        </p:nvSpPr>
        <p:spPr bwMode="auto"/>
      </p:sp>
      <p:sp>
        <p:nvSpPr>
          <p:cNvPr id="803522993" name="Notes Placeholder 2"/>
          <p:cNvSpPr>
            <a:spLocks noGrp="1"/>
          </p:cNvSpPr>
          <p:nvPr>
            <p:ph type="body" idx="1"/>
          </p:nvPr>
        </p:nvSpPr>
        <p:spPr bwMode="auto"/>
        <p:txBody>
          <a:bodyPr/>
          <a:lstStyle/>
          <a:p>
            <a:pPr>
              <a:defRPr/>
            </a:pPr>
            <a:endParaRPr/>
          </a:p>
        </p:txBody>
      </p:sp>
      <p:sp>
        <p:nvSpPr>
          <p:cNvPr id="1599762517" name="Slide Number Placeholder 3"/>
          <p:cNvSpPr>
            <a:spLocks noGrp="1"/>
          </p:cNvSpPr>
          <p:nvPr>
            <p:ph type="sldNum" sz="quarter" idx="10"/>
          </p:nvPr>
        </p:nvSpPr>
        <p:spPr bwMode="auto"/>
        <p:txBody>
          <a:bodyPr/>
          <a:lstStyle/>
          <a:p>
            <a:pPr>
              <a:defRPr/>
            </a:pPr>
            <a:fld id="{BB9D7963-97F5-99A7-EEF9-7CC43BE5D987}"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25417707" name="Slide Image Placeholder 1"/>
          <p:cNvSpPr>
            <a:spLocks noChangeAspect="1" noGrp="1" noRot="1"/>
          </p:cNvSpPr>
          <p:nvPr>
            <p:ph type="sldImg"/>
          </p:nvPr>
        </p:nvSpPr>
        <p:spPr bwMode="auto"/>
      </p:sp>
      <p:sp>
        <p:nvSpPr>
          <p:cNvPr id="1188557728" name="Notes Placeholder 2"/>
          <p:cNvSpPr>
            <a:spLocks noGrp="1"/>
          </p:cNvSpPr>
          <p:nvPr>
            <p:ph type="body" idx="1"/>
          </p:nvPr>
        </p:nvSpPr>
        <p:spPr bwMode="auto"/>
        <p:txBody>
          <a:bodyPr/>
          <a:lstStyle/>
          <a:p>
            <a:pPr>
              <a:defRPr/>
            </a:pPr>
            <a:endParaRPr/>
          </a:p>
        </p:txBody>
      </p:sp>
      <p:sp>
        <p:nvSpPr>
          <p:cNvPr id="1401883007" name="Slide Number Placeholder 3"/>
          <p:cNvSpPr>
            <a:spLocks noGrp="1"/>
          </p:cNvSpPr>
          <p:nvPr>
            <p:ph type="sldNum" sz="quarter" idx="10"/>
          </p:nvPr>
        </p:nvSpPr>
        <p:spPr bwMode="auto"/>
        <p:txBody>
          <a:bodyPr/>
          <a:lstStyle/>
          <a:p>
            <a:pPr>
              <a:defRPr/>
            </a:pPr>
            <a:fld id="{D3B05FAD-A710-76D6-91A9-81EF1F7E14F2}" type="slidenum">
              <a:rPr/>
              <a:t>38</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Slide de título">
    <p:spTree>
      <p:nvGrpSpPr>
        <p:cNvPr id="1" name=""/>
        <p:cNvGrpSpPr/>
        <p:nvPr/>
      </p:nvGrpSpPr>
      <p:grpSpPr bwMode="auto">
        <a:xfrm>
          <a:off x="0" y="0"/>
          <a:ext cx="0" cy="0"/>
          <a:chOff x="0" y="0"/>
          <a:chExt cx="0" cy="0"/>
        </a:xfrm>
      </p:grpSpPr>
      <p:sp>
        <p:nvSpPr>
          <p:cNvPr id="2097761985" name="Título 1"/>
          <p:cNvSpPr>
            <a:spLocks noGrp="1"/>
          </p:cNvSpPr>
          <p:nvPr>
            <p:ph type="ctrTitle"/>
          </p:nvPr>
        </p:nvSpPr>
        <p:spPr bwMode="auto">
          <a:xfrm>
            <a:off x="1524000" y="1122363"/>
            <a:ext cx="9144000" cy="2387600"/>
          </a:xfrm>
        </p:spPr>
        <p:txBody>
          <a:bodyPr anchor="b"/>
          <a:lstStyle>
            <a:lvl1pPr algn="ctr">
              <a:defRPr sz="6000"/>
            </a:lvl1pPr>
          </a:lstStyle>
          <a:p>
            <a:pPr>
              <a:defRPr/>
            </a:pPr>
            <a:r>
              <a:rPr lang="pt-BR"/>
              <a:t>Clique para editar o título mestre</a:t>
            </a:r>
            <a:endParaRPr/>
          </a:p>
        </p:txBody>
      </p:sp>
      <p:sp>
        <p:nvSpPr>
          <p:cNvPr id="2009349219" name="Subtítulo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pt-BR"/>
              <a:t>Clique para editar o estilo do subtítulo mestre</a:t>
            </a:r>
            <a:endParaRPr/>
          </a:p>
        </p:txBody>
      </p:sp>
      <p:sp>
        <p:nvSpPr>
          <p:cNvPr id="201826311" name="Espaço Reservado para Data 3"/>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967864905" name="Espaço Reservado para Rodapé 4"/>
          <p:cNvSpPr>
            <a:spLocks noGrp="1"/>
          </p:cNvSpPr>
          <p:nvPr>
            <p:ph type="ftr" sz="quarter" idx="11"/>
          </p:nvPr>
        </p:nvSpPr>
        <p:spPr bwMode="auto"/>
        <p:txBody>
          <a:bodyPr/>
          <a:lstStyle/>
          <a:p>
            <a:pPr>
              <a:defRPr/>
            </a:pPr>
            <a:endParaRPr lang="pt-BR"/>
          </a:p>
        </p:txBody>
      </p:sp>
      <p:sp>
        <p:nvSpPr>
          <p:cNvPr id="687353034" name="Espaço Reservado para Número de Slide 5"/>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ítulo e conteúdo">
    <p:spTree>
      <p:nvGrpSpPr>
        <p:cNvPr id="1" name=""/>
        <p:cNvGrpSpPr/>
        <p:nvPr/>
      </p:nvGrpSpPr>
      <p:grpSpPr bwMode="auto">
        <a:xfrm>
          <a:off x="0" y="0"/>
          <a:ext cx="0" cy="0"/>
          <a:chOff x="0" y="0"/>
          <a:chExt cx="0" cy="0"/>
        </a:xfrm>
      </p:grpSpPr>
      <p:sp>
        <p:nvSpPr>
          <p:cNvPr id="78427420" name="Título 1"/>
          <p:cNvSpPr>
            <a:spLocks noGrp="1"/>
          </p:cNvSpPr>
          <p:nvPr>
            <p:ph type="title"/>
          </p:nvPr>
        </p:nvSpPr>
        <p:spPr bwMode="auto"/>
        <p:txBody>
          <a:bodyPr/>
          <a:lstStyle/>
          <a:p>
            <a:pPr>
              <a:defRPr/>
            </a:pPr>
            <a:r>
              <a:rPr lang="pt-BR"/>
              <a:t>Clique para editar o título mestre</a:t>
            </a:r>
            <a:endParaRPr/>
          </a:p>
        </p:txBody>
      </p:sp>
      <p:sp>
        <p:nvSpPr>
          <p:cNvPr id="1572701403" name="Espaço Reservado para Conteúdo 2"/>
          <p:cNvSpPr>
            <a:spLocks noGrp="1"/>
          </p:cNvSpPr>
          <p:nvPr>
            <p:ph idx="1"/>
          </p:nvPr>
        </p:nvSpPr>
        <p:spPr bwMode="auto"/>
        <p:txBody>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448728382" name="Espaço Reservado para Data 3"/>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796368877" name="Espaço Reservado para Rodapé 4"/>
          <p:cNvSpPr>
            <a:spLocks noGrp="1"/>
          </p:cNvSpPr>
          <p:nvPr>
            <p:ph type="ftr" sz="quarter" idx="11"/>
          </p:nvPr>
        </p:nvSpPr>
        <p:spPr bwMode="auto"/>
        <p:txBody>
          <a:bodyPr/>
          <a:lstStyle/>
          <a:p>
            <a:pPr>
              <a:defRPr/>
            </a:pPr>
            <a:endParaRPr lang="pt-BR"/>
          </a:p>
        </p:txBody>
      </p:sp>
      <p:sp>
        <p:nvSpPr>
          <p:cNvPr id="1722647618" name="Espaço Reservado para Número de Slide 5"/>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Cabeçalho da Seção">
    <p:spTree>
      <p:nvGrpSpPr>
        <p:cNvPr id="1" name=""/>
        <p:cNvGrpSpPr/>
        <p:nvPr/>
      </p:nvGrpSpPr>
      <p:grpSpPr bwMode="auto">
        <a:xfrm>
          <a:off x="0" y="0"/>
          <a:ext cx="0" cy="0"/>
          <a:chOff x="0" y="0"/>
          <a:chExt cx="0" cy="0"/>
        </a:xfrm>
      </p:grpSpPr>
      <p:sp>
        <p:nvSpPr>
          <p:cNvPr id="1911395766" name="Título 1"/>
          <p:cNvSpPr>
            <a:spLocks noGrp="1"/>
          </p:cNvSpPr>
          <p:nvPr>
            <p:ph type="title"/>
          </p:nvPr>
        </p:nvSpPr>
        <p:spPr bwMode="auto">
          <a:xfrm>
            <a:off x="831850" y="1709738"/>
            <a:ext cx="10515600" cy="2852737"/>
          </a:xfrm>
        </p:spPr>
        <p:txBody>
          <a:bodyPr anchor="b"/>
          <a:lstStyle>
            <a:lvl1pPr>
              <a:defRPr sz="6000"/>
            </a:lvl1pPr>
          </a:lstStyle>
          <a:p>
            <a:pPr>
              <a:defRPr/>
            </a:pPr>
            <a:r>
              <a:rPr lang="pt-BR"/>
              <a:t>Clique para editar o título mestre</a:t>
            </a:r>
            <a:endParaRPr/>
          </a:p>
        </p:txBody>
      </p:sp>
      <p:sp>
        <p:nvSpPr>
          <p:cNvPr id="573592339" name="Espaço Reservado para Texto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pt-BR"/>
              <a:t>Clique para editar o texto mestre</a:t>
            </a:r>
            <a:endParaRPr/>
          </a:p>
        </p:txBody>
      </p:sp>
      <p:sp>
        <p:nvSpPr>
          <p:cNvPr id="46227232" name="Espaço Reservado para Data 3"/>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550161667" name="Espaço Reservado para Rodapé 4"/>
          <p:cNvSpPr>
            <a:spLocks noGrp="1"/>
          </p:cNvSpPr>
          <p:nvPr>
            <p:ph type="ftr" sz="quarter" idx="11"/>
          </p:nvPr>
        </p:nvSpPr>
        <p:spPr bwMode="auto"/>
        <p:txBody>
          <a:bodyPr/>
          <a:lstStyle/>
          <a:p>
            <a:pPr>
              <a:defRPr/>
            </a:pPr>
            <a:endParaRPr lang="pt-BR"/>
          </a:p>
        </p:txBody>
      </p:sp>
      <p:sp>
        <p:nvSpPr>
          <p:cNvPr id="609481248" name="Espaço Reservado para Número de Slide 5"/>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Duas Partes de Conteúdo">
    <p:spTree>
      <p:nvGrpSpPr>
        <p:cNvPr id="1" name=""/>
        <p:cNvGrpSpPr/>
        <p:nvPr/>
      </p:nvGrpSpPr>
      <p:grpSpPr bwMode="auto">
        <a:xfrm>
          <a:off x="0" y="0"/>
          <a:ext cx="0" cy="0"/>
          <a:chOff x="0" y="0"/>
          <a:chExt cx="0" cy="0"/>
        </a:xfrm>
      </p:grpSpPr>
      <p:sp>
        <p:nvSpPr>
          <p:cNvPr id="1212265088" name="Título 1"/>
          <p:cNvSpPr>
            <a:spLocks noGrp="1"/>
          </p:cNvSpPr>
          <p:nvPr>
            <p:ph type="title"/>
          </p:nvPr>
        </p:nvSpPr>
        <p:spPr bwMode="auto"/>
        <p:txBody>
          <a:bodyPr/>
          <a:lstStyle/>
          <a:p>
            <a:pPr>
              <a:defRPr/>
            </a:pPr>
            <a:r>
              <a:rPr lang="pt-BR"/>
              <a:t>Clique para editar o título mestre</a:t>
            </a:r>
            <a:endParaRPr/>
          </a:p>
        </p:txBody>
      </p:sp>
      <p:sp>
        <p:nvSpPr>
          <p:cNvPr id="114928235" name="Espaço Reservado para Conteúdo 2"/>
          <p:cNvSpPr>
            <a:spLocks noGrp="1"/>
          </p:cNvSpPr>
          <p:nvPr>
            <p:ph sz="half" idx="1"/>
          </p:nvPr>
        </p:nvSpPr>
        <p:spPr bwMode="auto">
          <a:xfrm>
            <a:off x="838200" y="1825625"/>
            <a:ext cx="5181600" cy="4351338"/>
          </a:xfrm>
        </p:spPr>
        <p:txBody>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51824397" name="Espaço Reservado para Conteúdo 3"/>
          <p:cNvSpPr>
            <a:spLocks noGrp="1"/>
          </p:cNvSpPr>
          <p:nvPr>
            <p:ph sz="half" idx="2"/>
          </p:nvPr>
        </p:nvSpPr>
        <p:spPr bwMode="auto">
          <a:xfrm>
            <a:off x="6172200" y="1825625"/>
            <a:ext cx="5181600" cy="4351338"/>
          </a:xfrm>
        </p:spPr>
        <p:txBody>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292066262" name="Espaço Reservado para Data 4"/>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629760129" name="Espaço Reservado para Rodapé 5"/>
          <p:cNvSpPr>
            <a:spLocks noGrp="1"/>
          </p:cNvSpPr>
          <p:nvPr>
            <p:ph type="ftr" sz="quarter" idx="11"/>
          </p:nvPr>
        </p:nvSpPr>
        <p:spPr bwMode="auto"/>
        <p:txBody>
          <a:bodyPr/>
          <a:lstStyle/>
          <a:p>
            <a:pPr>
              <a:defRPr/>
            </a:pPr>
            <a:endParaRPr lang="pt-BR"/>
          </a:p>
        </p:txBody>
      </p:sp>
      <p:sp>
        <p:nvSpPr>
          <p:cNvPr id="63183326" name="Espaço Reservado para Número de Slide 6"/>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ção">
    <p:spTree>
      <p:nvGrpSpPr>
        <p:cNvPr id="1" name=""/>
        <p:cNvGrpSpPr/>
        <p:nvPr/>
      </p:nvGrpSpPr>
      <p:grpSpPr bwMode="auto">
        <a:xfrm>
          <a:off x="0" y="0"/>
          <a:ext cx="0" cy="0"/>
          <a:chOff x="0" y="0"/>
          <a:chExt cx="0" cy="0"/>
        </a:xfrm>
      </p:grpSpPr>
      <p:sp>
        <p:nvSpPr>
          <p:cNvPr id="1674710337" name="Título 1"/>
          <p:cNvSpPr>
            <a:spLocks noGrp="1"/>
          </p:cNvSpPr>
          <p:nvPr>
            <p:ph type="title"/>
          </p:nvPr>
        </p:nvSpPr>
        <p:spPr bwMode="auto">
          <a:xfrm>
            <a:off x="839788" y="365125"/>
            <a:ext cx="10515600" cy="1325563"/>
          </a:xfrm>
        </p:spPr>
        <p:txBody>
          <a:bodyPr/>
          <a:lstStyle/>
          <a:p>
            <a:pPr>
              <a:defRPr/>
            </a:pPr>
            <a:r>
              <a:rPr lang="pt-BR"/>
              <a:t>Clique para editar o título mestre</a:t>
            </a:r>
            <a:endParaRPr/>
          </a:p>
        </p:txBody>
      </p:sp>
      <p:sp>
        <p:nvSpPr>
          <p:cNvPr id="172012136" name="Espaço Reservado para Texto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 texto mestre</a:t>
            </a:r>
            <a:endParaRPr/>
          </a:p>
        </p:txBody>
      </p:sp>
      <p:sp>
        <p:nvSpPr>
          <p:cNvPr id="1229118366" name="Espaço Reservado para Conteúdo 3"/>
          <p:cNvSpPr>
            <a:spLocks noGrp="1"/>
          </p:cNvSpPr>
          <p:nvPr>
            <p:ph sz="half" idx="2"/>
          </p:nvPr>
        </p:nvSpPr>
        <p:spPr bwMode="auto">
          <a:xfrm>
            <a:off x="839788" y="2505074"/>
            <a:ext cx="5157787" cy="3684588"/>
          </a:xfrm>
        </p:spPr>
        <p:txBody>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118208062" name="Espaço Reservado para Texto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pt-BR"/>
              <a:t>Clique para editar o texto mestre</a:t>
            </a:r>
            <a:endParaRPr/>
          </a:p>
        </p:txBody>
      </p:sp>
      <p:sp>
        <p:nvSpPr>
          <p:cNvPr id="1177782866" name="Espaço Reservado para Conteúdo 5"/>
          <p:cNvSpPr>
            <a:spLocks noGrp="1"/>
          </p:cNvSpPr>
          <p:nvPr>
            <p:ph sz="quarter" idx="4"/>
          </p:nvPr>
        </p:nvSpPr>
        <p:spPr bwMode="auto">
          <a:xfrm>
            <a:off x="6172200" y="2505074"/>
            <a:ext cx="5183188" cy="3684588"/>
          </a:xfrm>
        </p:spPr>
        <p:txBody>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85620728" name="Espaço Reservado para Data 6"/>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990977966" name="Espaço Reservado para Rodapé 7"/>
          <p:cNvSpPr>
            <a:spLocks noGrp="1"/>
          </p:cNvSpPr>
          <p:nvPr>
            <p:ph type="ftr" sz="quarter" idx="11"/>
          </p:nvPr>
        </p:nvSpPr>
        <p:spPr bwMode="auto"/>
        <p:txBody>
          <a:bodyPr/>
          <a:lstStyle/>
          <a:p>
            <a:pPr>
              <a:defRPr/>
            </a:pPr>
            <a:endParaRPr lang="pt-BR"/>
          </a:p>
        </p:txBody>
      </p:sp>
      <p:sp>
        <p:nvSpPr>
          <p:cNvPr id="643265145" name="Espaço Reservado para Número de Slide 8"/>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Somente título">
    <p:spTree>
      <p:nvGrpSpPr>
        <p:cNvPr id="1" name=""/>
        <p:cNvGrpSpPr/>
        <p:nvPr/>
      </p:nvGrpSpPr>
      <p:grpSpPr bwMode="auto">
        <a:xfrm>
          <a:off x="0" y="0"/>
          <a:ext cx="0" cy="0"/>
          <a:chOff x="0" y="0"/>
          <a:chExt cx="0" cy="0"/>
        </a:xfrm>
      </p:grpSpPr>
      <p:sp>
        <p:nvSpPr>
          <p:cNvPr id="1904760818" name="Título 1"/>
          <p:cNvSpPr>
            <a:spLocks noGrp="1"/>
          </p:cNvSpPr>
          <p:nvPr>
            <p:ph type="title"/>
          </p:nvPr>
        </p:nvSpPr>
        <p:spPr bwMode="auto"/>
        <p:txBody>
          <a:bodyPr/>
          <a:lstStyle/>
          <a:p>
            <a:pPr>
              <a:defRPr/>
            </a:pPr>
            <a:r>
              <a:rPr lang="pt-BR"/>
              <a:t>Clique para editar o título mestre</a:t>
            </a:r>
            <a:endParaRPr/>
          </a:p>
        </p:txBody>
      </p:sp>
      <p:sp>
        <p:nvSpPr>
          <p:cNvPr id="524708864" name="Espaço Reservado para Data 2"/>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405084959" name="Espaço Reservado para Rodapé 3"/>
          <p:cNvSpPr>
            <a:spLocks noGrp="1"/>
          </p:cNvSpPr>
          <p:nvPr>
            <p:ph type="ftr" sz="quarter" idx="11"/>
          </p:nvPr>
        </p:nvSpPr>
        <p:spPr bwMode="auto"/>
        <p:txBody>
          <a:bodyPr/>
          <a:lstStyle/>
          <a:p>
            <a:pPr>
              <a:defRPr/>
            </a:pPr>
            <a:endParaRPr lang="pt-BR"/>
          </a:p>
        </p:txBody>
      </p:sp>
      <p:sp>
        <p:nvSpPr>
          <p:cNvPr id="412394728" name="Espaço Reservado para Número de Slide 4"/>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Em branco">
    <p:spTree>
      <p:nvGrpSpPr>
        <p:cNvPr id="1" name=""/>
        <p:cNvGrpSpPr/>
        <p:nvPr/>
      </p:nvGrpSpPr>
      <p:grpSpPr bwMode="auto">
        <a:xfrm>
          <a:off x="0" y="0"/>
          <a:ext cx="0" cy="0"/>
          <a:chOff x="0" y="0"/>
          <a:chExt cx="0" cy="0"/>
        </a:xfrm>
      </p:grpSpPr>
      <p:sp>
        <p:nvSpPr>
          <p:cNvPr id="1237511033" name="Espaço Reservado para Data 1"/>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559253530" name="Espaço Reservado para Rodapé 2"/>
          <p:cNvSpPr>
            <a:spLocks noGrp="1"/>
          </p:cNvSpPr>
          <p:nvPr>
            <p:ph type="ftr" sz="quarter" idx="11"/>
          </p:nvPr>
        </p:nvSpPr>
        <p:spPr bwMode="auto"/>
        <p:txBody>
          <a:bodyPr/>
          <a:lstStyle/>
          <a:p>
            <a:pPr>
              <a:defRPr/>
            </a:pPr>
            <a:endParaRPr lang="pt-BR"/>
          </a:p>
        </p:txBody>
      </p:sp>
      <p:sp>
        <p:nvSpPr>
          <p:cNvPr id="1575552271" name="Espaço Reservado para Número de Slide 3"/>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údo com Legenda">
    <p:spTree>
      <p:nvGrpSpPr>
        <p:cNvPr id="1" name=""/>
        <p:cNvGrpSpPr/>
        <p:nvPr/>
      </p:nvGrpSpPr>
      <p:grpSpPr bwMode="auto">
        <a:xfrm>
          <a:off x="0" y="0"/>
          <a:ext cx="0" cy="0"/>
          <a:chOff x="0" y="0"/>
          <a:chExt cx="0" cy="0"/>
        </a:xfrm>
      </p:grpSpPr>
      <p:sp>
        <p:nvSpPr>
          <p:cNvPr id="871554367"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1195763909" name="Espaço Reservado para Conteúdo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896999433"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Clique para editar o texto mestre</a:t>
            </a:r>
            <a:endParaRPr/>
          </a:p>
        </p:txBody>
      </p:sp>
      <p:sp>
        <p:nvSpPr>
          <p:cNvPr id="604393810" name="Espaço Reservado para Data 4"/>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530478917" name="Espaço Reservado para Rodapé 5"/>
          <p:cNvSpPr>
            <a:spLocks noGrp="1"/>
          </p:cNvSpPr>
          <p:nvPr>
            <p:ph type="ftr" sz="quarter" idx="11"/>
          </p:nvPr>
        </p:nvSpPr>
        <p:spPr bwMode="auto"/>
        <p:txBody>
          <a:bodyPr/>
          <a:lstStyle/>
          <a:p>
            <a:pPr>
              <a:defRPr/>
            </a:pPr>
            <a:endParaRPr lang="pt-BR"/>
          </a:p>
        </p:txBody>
      </p:sp>
      <p:sp>
        <p:nvSpPr>
          <p:cNvPr id="2078754541" name="Espaço Reservado para Número de Slide 6"/>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Imagem com Legenda">
    <p:spTree>
      <p:nvGrpSpPr>
        <p:cNvPr id="1" name=""/>
        <p:cNvGrpSpPr/>
        <p:nvPr/>
      </p:nvGrpSpPr>
      <p:grpSpPr bwMode="auto">
        <a:xfrm>
          <a:off x="0" y="0"/>
          <a:ext cx="0" cy="0"/>
          <a:chOff x="0" y="0"/>
          <a:chExt cx="0" cy="0"/>
        </a:xfrm>
      </p:grpSpPr>
      <p:sp>
        <p:nvSpPr>
          <p:cNvPr id="1466338820" name="Título 1"/>
          <p:cNvSpPr>
            <a:spLocks noGrp="1"/>
          </p:cNvSpPr>
          <p:nvPr>
            <p:ph type="title"/>
          </p:nvPr>
        </p:nvSpPr>
        <p:spPr bwMode="auto">
          <a:xfrm>
            <a:off x="839788" y="457200"/>
            <a:ext cx="3932237" cy="1600200"/>
          </a:xfrm>
        </p:spPr>
        <p:txBody>
          <a:bodyPr anchor="b"/>
          <a:lstStyle>
            <a:lvl1pPr>
              <a:defRPr sz="3200"/>
            </a:lvl1pPr>
          </a:lstStyle>
          <a:p>
            <a:pPr>
              <a:defRPr/>
            </a:pPr>
            <a:r>
              <a:rPr lang="pt-BR"/>
              <a:t>Clique para editar o título mestre</a:t>
            </a:r>
            <a:endParaRPr/>
          </a:p>
        </p:txBody>
      </p:sp>
      <p:sp>
        <p:nvSpPr>
          <p:cNvPr id="272058782" name="Espaço Reservado para Imagem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pt-BR"/>
          </a:p>
        </p:txBody>
      </p:sp>
      <p:sp>
        <p:nvSpPr>
          <p:cNvPr id="1226366829" name="Espaço Reservado para Texto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pt-BR"/>
              <a:t>Clique para editar o texto mestre</a:t>
            </a:r>
            <a:endParaRPr/>
          </a:p>
        </p:txBody>
      </p:sp>
      <p:sp>
        <p:nvSpPr>
          <p:cNvPr id="348094555" name="Espaço Reservado para Data 4"/>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936676225" name="Espaço Reservado para Rodapé 5"/>
          <p:cNvSpPr>
            <a:spLocks noGrp="1"/>
          </p:cNvSpPr>
          <p:nvPr>
            <p:ph type="ftr" sz="quarter" idx="11"/>
          </p:nvPr>
        </p:nvSpPr>
        <p:spPr bwMode="auto"/>
        <p:txBody>
          <a:bodyPr/>
          <a:lstStyle/>
          <a:p>
            <a:pPr>
              <a:defRPr/>
            </a:pPr>
            <a:endParaRPr lang="pt-BR"/>
          </a:p>
        </p:txBody>
      </p:sp>
      <p:sp>
        <p:nvSpPr>
          <p:cNvPr id="236340077" name="Espaço Reservado para Número de Slide 6"/>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ítulo e texto vertical">
    <p:spTree>
      <p:nvGrpSpPr>
        <p:cNvPr id="1" name=""/>
        <p:cNvGrpSpPr/>
        <p:nvPr/>
      </p:nvGrpSpPr>
      <p:grpSpPr bwMode="auto">
        <a:xfrm>
          <a:off x="0" y="0"/>
          <a:ext cx="0" cy="0"/>
          <a:chOff x="0" y="0"/>
          <a:chExt cx="0" cy="0"/>
        </a:xfrm>
      </p:grpSpPr>
      <p:sp>
        <p:nvSpPr>
          <p:cNvPr id="1120704029" name="Título 1"/>
          <p:cNvSpPr>
            <a:spLocks noGrp="1"/>
          </p:cNvSpPr>
          <p:nvPr>
            <p:ph type="title"/>
          </p:nvPr>
        </p:nvSpPr>
        <p:spPr bwMode="auto"/>
        <p:txBody>
          <a:bodyPr/>
          <a:lstStyle/>
          <a:p>
            <a:pPr>
              <a:defRPr/>
            </a:pPr>
            <a:r>
              <a:rPr lang="pt-BR"/>
              <a:t>Clique para editar o título mestre</a:t>
            </a:r>
            <a:endParaRPr/>
          </a:p>
        </p:txBody>
      </p:sp>
      <p:sp>
        <p:nvSpPr>
          <p:cNvPr id="446206569" name="Espaço Reservado para Texto Vertical 2"/>
          <p:cNvSpPr>
            <a:spLocks noGrp="1"/>
          </p:cNvSpPr>
          <p:nvPr>
            <p:ph type="body" orient="vert" idx="1"/>
          </p:nvPr>
        </p:nvSpPr>
        <p:spPr bwMode="auto"/>
        <p:txBody>
          <a:bodyPr vert="eaVert"/>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642630641" name="Espaço Reservado para Data 3"/>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874117967" name="Espaço Reservado para Rodapé 4"/>
          <p:cNvSpPr>
            <a:spLocks noGrp="1"/>
          </p:cNvSpPr>
          <p:nvPr>
            <p:ph type="ftr" sz="quarter" idx="11"/>
          </p:nvPr>
        </p:nvSpPr>
        <p:spPr bwMode="auto"/>
        <p:txBody>
          <a:bodyPr/>
          <a:lstStyle/>
          <a:p>
            <a:pPr>
              <a:defRPr/>
            </a:pPr>
            <a:endParaRPr lang="pt-BR"/>
          </a:p>
        </p:txBody>
      </p:sp>
      <p:sp>
        <p:nvSpPr>
          <p:cNvPr id="1785208643" name="Espaço Reservado para Número de Slide 5"/>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Título e texto verticais">
    <p:spTree>
      <p:nvGrpSpPr>
        <p:cNvPr id="1" name=""/>
        <p:cNvGrpSpPr/>
        <p:nvPr/>
      </p:nvGrpSpPr>
      <p:grpSpPr bwMode="auto">
        <a:xfrm>
          <a:off x="0" y="0"/>
          <a:ext cx="0" cy="0"/>
          <a:chOff x="0" y="0"/>
          <a:chExt cx="0" cy="0"/>
        </a:xfrm>
      </p:grpSpPr>
      <p:sp>
        <p:nvSpPr>
          <p:cNvPr id="1445084214" name="Título Vertical 1"/>
          <p:cNvSpPr>
            <a:spLocks noGrp="1"/>
          </p:cNvSpPr>
          <p:nvPr>
            <p:ph type="title" orient="vert"/>
          </p:nvPr>
        </p:nvSpPr>
        <p:spPr bwMode="auto">
          <a:xfrm>
            <a:off x="8724900" y="365125"/>
            <a:ext cx="2628900" cy="5811838"/>
          </a:xfrm>
        </p:spPr>
        <p:txBody>
          <a:bodyPr vert="eaVert"/>
          <a:lstStyle/>
          <a:p>
            <a:pPr>
              <a:defRPr/>
            </a:pPr>
            <a:r>
              <a:rPr lang="pt-BR"/>
              <a:t>Clique para editar o título mestre</a:t>
            </a:r>
            <a:endParaRPr/>
          </a:p>
        </p:txBody>
      </p:sp>
      <p:sp>
        <p:nvSpPr>
          <p:cNvPr id="128314683" name="Espaço Reservado para Texto Vertical 2"/>
          <p:cNvSpPr>
            <a:spLocks noGrp="1"/>
          </p:cNvSpPr>
          <p:nvPr>
            <p:ph type="body" orient="vert" idx="1"/>
          </p:nvPr>
        </p:nvSpPr>
        <p:spPr bwMode="auto">
          <a:xfrm>
            <a:off x="838200" y="365125"/>
            <a:ext cx="7734300" cy="5811838"/>
          </a:xfrm>
        </p:spPr>
        <p:txBody>
          <a:bodyPr vert="eaVert"/>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843322261" name="Espaço Reservado para Data 3"/>
          <p:cNvSpPr>
            <a:spLocks noGrp="1"/>
          </p:cNvSpPr>
          <p:nvPr>
            <p:ph type="dt" sz="half" idx="10"/>
          </p:nvPr>
        </p:nvSpPr>
        <p:spPr bwMode="auto"/>
        <p:txBody>
          <a:bodyPr/>
          <a:lstStyle/>
          <a:p>
            <a:pPr>
              <a:defRPr/>
            </a:pPr>
            <a:fld id="{AB08FE01-D44F-4D4C-9F69-87FB31449236}" type="datetimeFigureOut">
              <a:rPr lang="pt-BR"/>
              <a:t>18/08/2026</a:t>
            </a:fld>
            <a:endParaRPr lang="pt-BR"/>
          </a:p>
        </p:txBody>
      </p:sp>
      <p:sp>
        <p:nvSpPr>
          <p:cNvPr id="1766233673" name="Espaço Reservado para Rodapé 4"/>
          <p:cNvSpPr>
            <a:spLocks noGrp="1"/>
          </p:cNvSpPr>
          <p:nvPr>
            <p:ph type="ftr" sz="quarter" idx="11"/>
          </p:nvPr>
        </p:nvSpPr>
        <p:spPr bwMode="auto"/>
        <p:txBody>
          <a:bodyPr/>
          <a:lstStyle/>
          <a:p>
            <a:pPr>
              <a:defRPr/>
            </a:pPr>
            <a:endParaRPr lang="pt-BR"/>
          </a:p>
        </p:txBody>
      </p:sp>
      <p:sp>
        <p:nvSpPr>
          <p:cNvPr id="393531713" name="Espaço Reservado para Número de Slide 5"/>
          <p:cNvSpPr>
            <a:spLocks noGrp="1"/>
          </p:cNvSpPr>
          <p:nvPr>
            <p:ph type="sldNum" sz="quarter" idx="12"/>
          </p:nvPr>
        </p:nvSpPr>
        <p:spPr bwMode="auto"/>
        <p:txBody>
          <a:bodyPr/>
          <a:lstStyle/>
          <a:p>
            <a:pPr>
              <a:defRPr/>
            </a:pPr>
            <a:fld id="{5E1E9454-50DA-4E85-9746-5CA3A636DF7F}" type="slidenum">
              <a:rPr lang="pt-BR"/>
              <a:t>‹n.º›</a:t>
            </a:fld>
            <a:endParaRPr lang="pt-B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9497420" name="Espaço Reservado para Título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pt-BR"/>
              <a:t>Clique para editar o título mestre</a:t>
            </a:r>
            <a:endParaRPr/>
          </a:p>
        </p:txBody>
      </p:sp>
      <p:sp>
        <p:nvSpPr>
          <p:cNvPr id="1394582717" name="Espaço Reservado para Texto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pt-BR"/>
              <a:t>Clique para editar o texto mestre</a:t>
            </a:r>
            <a:endParaRPr/>
          </a:p>
          <a:p>
            <a:pPr lvl="1">
              <a:defRPr/>
            </a:pPr>
            <a:r>
              <a:rPr lang="pt-BR"/>
              <a:t>Segundo nível</a:t>
            </a:r>
            <a:endParaRPr/>
          </a:p>
          <a:p>
            <a:pPr lvl="2">
              <a:defRPr/>
            </a:pPr>
            <a:r>
              <a:rPr lang="pt-BR"/>
              <a:t>Terceiro nível</a:t>
            </a:r>
            <a:endParaRPr/>
          </a:p>
          <a:p>
            <a:pPr lvl="3">
              <a:defRPr/>
            </a:pPr>
            <a:r>
              <a:rPr lang="pt-BR"/>
              <a:t>Quarto nível</a:t>
            </a:r>
            <a:endParaRPr/>
          </a:p>
          <a:p>
            <a:pPr lvl="4">
              <a:defRPr/>
            </a:pPr>
            <a:r>
              <a:rPr lang="pt-BR"/>
              <a:t>Quinto nível</a:t>
            </a:r>
            <a:endParaRPr/>
          </a:p>
        </p:txBody>
      </p:sp>
      <p:sp>
        <p:nvSpPr>
          <p:cNvPr id="194490691" name="Espaço Reservado para Data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B08FE01-D44F-4D4C-9F69-87FB31449236}" type="datetimeFigureOut">
              <a:rPr lang="pt-BR"/>
              <a:t>18/08/2026</a:t>
            </a:fld>
            <a:endParaRPr lang="pt-BR"/>
          </a:p>
        </p:txBody>
      </p:sp>
      <p:sp>
        <p:nvSpPr>
          <p:cNvPr id="286519883" name="Espaço Reservado para Rodapé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pt-BR"/>
          </a:p>
        </p:txBody>
      </p:sp>
      <p:sp>
        <p:nvSpPr>
          <p:cNvPr id="1680911148" name="Espaço Reservado para Número de Slide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E1E9454-50DA-4E85-9746-5CA3A636DF7F}" type="slidenum">
              <a:rPr lang="pt-B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pt-B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6947421" name="Título 1"/>
          <p:cNvSpPr>
            <a:spLocks noGrp="1"/>
          </p:cNvSpPr>
          <p:nvPr>
            <p:ph type="ctrTitle"/>
          </p:nvPr>
        </p:nvSpPr>
        <p:spPr bwMode="auto"/>
        <p:txBody>
          <a:bodyPr/>
          <a:lstStyle/>
          <a:p>
            <a:pPr>
              <a:defRPr/>
            </a:pPr>
            <a:r>
              <a:rPr lang="pt-BR"/>
              <a:t>Modelo de Dados Relacional</a:t>
            </a:r>
            <a:endParaRPr/>
          </a:p>
        </p:txBody>
      </p:sp>
      <p:sp>
        <p:nvSpPr>
          <p:cNvPr id="1342672465" name="Subtítulo 2"/>
          <p:cNvSpPr>
            <a:spLocks noGrp="1"/>
          </p:cNvSpPr>
          <p:nvPr>
            <p:ph type="subTitle" idx="1"/>
          </p:nvPr>
        </p:nvSpPr>
        <p:spPr bwMode="auto"/>
        <p:txBody>
          <a:bodyPr/>
          <a:lstStyle/>
          <a:p>
            <a:pPr>
              <a:defRPr/>
            </a:pPr>
            <a:r>
              <a:rPr lang="pt-BR"/>
              <a:t>Prof. Edídio lima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61101739" name="Título 1"/>
          <p:cNvSpPr>
            <a:spLocks noGrp="1"/>
          </p:cNvSpPr>
          <p:nvPr>
            <p:ph type="title"/>
          </p:nvPr>
        </p:nvSpPr>
        <p:spPr bwMode="auto">
          <a:xfrm>
            <a:off x="838198" y="365124"/>
            <a:ext cx="10515600" cy="544469"/>
          </a:xfrm>
        </p:spPr>
        <p:txBody>
          <a:bodyPr vertOverflow="overflow" horzOverflow="overflow" vert="horz" wrap="square" lIns="91440" tIns="45720" rIns="91440" bIns="45720" numCol="1" spcCol="0" rtlCol="0" fromWordArt="0" anchor="ctr" anchorCtr="0" forceAA="0" compatLnSpc="0">
            <a:normAutofit fontScale="90000"/>
          </a:bodyPr>
          <a:lstStyle/>
          <a:p>
            <a:pPr>
              <a:defRPr/>
            </a:pPr>
            <a:r>
              <a:rPr/>
              <a:t>Antes de começar..............</a:t>
            </a:r>
            <a:endParaRPr/>
          </a:p>
        </p:txBody>
      </p:sp>
      <p:sp>
        <p:nvSpPr>
          <p:cNvPr id="1850102498" name="Espaço Reservado para Conteúdo 2"/>
          <p:cNvSpPr>
            <a:spLocks noGrp="1"/>
          </p:cNvSpPr>
          <p:nvPr>
            <p:ph idx="1"/>
          </p:nvPr>
        </p:nvSpPr>
        <p:spPr bwMode="auto">
          <a:xfrm>
            <a:off x="838198" y="1021148"/>
            <a:ext cx="10515600" cy="5155814"/>
          </a:xfrm>
        </p:spPr>
        <p:txBody>
          <a:bodyPr vertOverflow="overflow" horzOverflow="overflow" vert="horz" wrap="square" lIns="91440" tIns="45720" rIns="91440" bIns="45720" numCol="1" spcCol="0" rtlCol="0" fromWordArt="0" anchor="t" anchorCtr="0" forceAA="0" compatLnSpc="0">
            <a:normAutofit fontScale="75000" lnSpcReduction="15000"/>
          </a:bodyPr>
          <a:lstStyle/>
          <a:p>
            <a:pPr marL="86359" marR="84454" indent="0" algn="just">
              <a:lnSpc>
                <a:spcPct val="126665"/>
              </a:lnSpc>
              <a:spcBef>
                <a:spcPts val="214"/>
              </a:spcBef>
              <a:defRPr/>
            </a:pPr>
            <a:r>
              <a:rPr sz="2000" b="1">
                <a:solidFill>
                  <a:srgbClr val="000000"/>
                </a:solidFill>
              </a:rPr>
              <a:t>TRANSAÇÃO</a:t>
            </a:r>
            <a:r>
              <a:rPr sz="2000">
                <a:solidFill>
                  <a:srgbClr val="000000"/>
                </a:solidFill>
              </a:rPr>
              <a:t>– é uma coleção de operações que desempenha uma função lógica única dentro de uma aplicação do sistema de banco de dados. Uma transação deve ter as seguintes propriedades que formam a sigla ACID:</a:t>
            </a:r>
            <a:endParaRPr/>
          </a:p>
          <a:p>
            <a:pPr>
              <a:spcBef>
                <a:spcPts val="354"/>
              </a:spcBef>
              <a:defRPr/>
            </a:pPr>
            <a:endParaRPr sz="2000">
              <a:solidFill>
                <a:srgbClr val="000000"/>
              </a:solidFill>
            </a:endParaRPr>
          </a:p>
          <a:p>
            <a:pPr marL="86359" marR="84454" indent="0" algn="just">
              <a:lnSpc>
                <a:spcPct val="126665"/>
              </a:lnSpc>
              <a:spcBef>
                <a:spcPts val="4"/>
              </a:spcBef>
              <a:defRPr/>
            </a:pPr>
            <a:r>
              <a:rPr sz="2000" b="1">
                <a:solidFill>
                  <a:srgbClr val="000000"/>
                </a:solidFill>
              </a:rPr>
              <a:t>A</a:t>
            </a:r>
            <a:r>
              <a:rPr sz="2000">
                <a:solidFill>
                  <a:srgbClr val="000000"/>
                </a:solidFill>
              </a:rPr>
              <a:t>–Atomicidade: ou todas as operações envolvidas na transação ocorrem, ou nenhuma delas deve ter efeito sobre o banco de dados. Assegurá-la é tarefa do SGBD.</a:t>
            </a:r>
            <a:endParaRPr/>
          </a:p>
          <a:p>
            <a:pPr>
              <a:spcBef>
                <a:spcPts val="349"/>
              </a:spcBef>
              <a:defRPr/>
            </a:pPr>
            <a:endParaRPr sz="2000">
              <a:solidFill>
                <a:srgbClr val="000000"/>
              </a:solidFill>
            </a:endParaRPr>
          </a:p>
          <a:p>
            <a:pPr marL="86359" marR="84454" indent="0" algn="just">
              <a:lnSpc>
                <a:spcPct val="126665"/>
              </a:lnSpc>
              <a:spcBef>
                <a:spcPts val="0"/>
              </a:spcBef>
              <a:defRPr/>
            </a:pPr>
            <a:r>
              <a:rPr sz="2000" b="1">
                <a:solidFill>
                  <a:srgbClr val="000000"/>
                </a:solidFill>
              </a:rPr>
              <a:t>C</a:t>
            </a:r>
            <a:r>
              <a:rPr sz="2000">
                <a:solidFill>
                  <a:srgbClr val="000000"/>
                </a:solidFill>
              </a:rPr>
              <a:t>–Consistência: ao final da execução da transação a consistência dos dados no banco deve ter sido mantida. Assegurá-la é tarefa do programador.</a:t>
            </a:r>
            <a:endParaRPr/>
          </a:p>
          <a:p>
            <a:pPr>
              <a:spcBef>
                <a:spcPts val="349"/>
              </a:spcBef>
              <a:defRPr/>
            </a:pPr>
            <a:endParaRPr sz="2000">
              <a:solidFill>
                <a:srgbClr val="000000"/>
              </a:solidFill>
            </a:endParaRPr>
          </a:p>
          <a:p>
            <a:pPr marL="86359" marR="85089" indent="0" algn="just">
              <a:lnSpc>
                <a:spcPct val="126665"/>
              </a:lnSpc>
              <a:spcBef>
                <a:spcPts val="0"/>
              </a:spcBef>
              <a:defRPr/>
            </a:pPr>
            <a:r>
              <a:rPr sz="2000" b="1">
                <a:solidFill>
                  <a:srgbClr val="000000"/>
                </a:solidFill>
              </a:rPr>
              <a:t>I</a:t>
            </a:r>
            <a:r>
              <a:rPr sz="2000">
                <a:solidFill>
                  <a:srgbClr val="000000"/>
                </a:solidFill>
              </a:rPr>
              <a:t>– Isolamento: uma transação deve ter sua execução realizada de forma isolada em relação à execução de outras transações.</a:t>
            </a:r>
            <a:endParaRPr/>
          </a:p>
          <a:p>
            <a:pPr>
              <a:spcBef>
                <a:spcPts val="349"/>
              </a:spcBef>
              <a:defRPr/>
            </a:pPr>
            <a:endParaRPr sz="2000">
              <a:solidFill>
                <a:srgbClr val="000000"/>
              </a:solidFill>
            </a:endParaRPr>
          </a:p>
          <a:p>
            <a:pPr marL="86359" marR="83819" indent="0" algn="just">
              <a:lnSpc>
                <a:spcPct val="126665"/>
              </a:lnSpc>
              <a:spcBef>
                <a:spcPts val="4"/>
              </a:spcBef>
              <a:defRPr/>
            </a:pPr>
            <a:r>
              <a:rPr sz="2000" b="1">
                <a:solidFill>
                  <a:srgbClr val="000000"/>
                </a:solidFill>
              </a:rPr>
              <a:t>D</a:t>
            </a:r>
            <a:r>
              <a:rPr sz="2000">
                <a:solidFill>
                  <a:srgbClr val="000000"/>
                </a:solidFill>
              </a:rPr>
              <a:t>– Durabilidade: depois que uma transação é executada com sucesso, as modificações por ela realizadas devem ser mantidas no sistema, mesmo na ocorrência de falhas. Assegurá-la é tarefa doSGBD.</a:t>
            </a:r>
            <a:endParaRPr/>
          </a:p>
          <a:p>
            <a:pPr>
              <a:spcBef>
                <a:spcPts val="354"/>
              </a:spcBef>
              <a:defRPr/>
            </a:pPr>
            <a:endParaRPr sz="2000">
              <a:solidFill>
                <a:srgbClr val="000000"/>
              </a:solidFill>
            </a:endParaRPr>
          </a:p>
          <a:p>
            <a:pPr>
              <a:defRPr/>
            </a:pPr>
            <a:r>
              <a:rPr sz="2000">
                <a:solidFill>
                  <a:srgbClr val="000000"/>
                </a:solidFill>
              </a:rPr>
              <a:t>O conceito de transação é importante porque qualquer sistema computacional está sujeito a falhas.Por isso,em muitas aplicações é crucial as segurar que, uma vez detectada uma falha, os dados sejam salvos em seu último estado consistente. Para exemplificar, suponha que você deseje transferir R$50 da conta A para a conta B. Se ocorrer falha durante sua execução, é possível que os R$ 50 sejam debitados da conta A sem serem creditados na conta B, criando um estado inconsistente no banco de dados. É essencial para a consistência do BD que ambos (débito e crédito) ocorram ou nenhum deles seja efetuado. Isto é, a transferência de fundos deve ser uma operação atômica (uma transação), ou seja, deve ocorrer por completo, ou não ocorrer.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2026438" name="Título 1"/>
          <p:cNvSpPr>
            <a:spLocks noGrp="1"/>
          </p:cNvSpPr>
          <p:nvPr>
            <p:ph type="title"/>
          </p:nvPr>
        </p:nvSpPr>
        <p:spPr bwMode="auto">
          <a:xfrm>
            <a:off x="838200" y="107577"/>
            <a:ext cx="10515600" cy="1583112"/>
          </a:xfrm>
        </p:spPr>
        <p:txBody>
          <a:bodyPr>
            <a:normAutofit fontScale="90000"/>
          </a:bodyPr>
          <a:lstStyle/>
          <a:p>
            <a:pPr>
              <a:defRPr/>
            </a:pPr>
            <a:r>
              <a:rPr lang="pt-BR"/>
              <a:t>O modelo relacional apareceu devido às seguintes necessidades:</a:t>
            </a:r>
            <a:br>
              <a:rPr lang="pt-BR"/>
            </a:br>
            <a:endParaRPr lang="pt-BR"/>
          </a:p>
        </p:txBody>
      </p:sp>
      <p:sp>
        <p:nvSpPr>
          <p:cNvPr id="2136174562" name="Espaço Reservado para Conteúdo 2"/>
          <p:cNvSpPr>
            <a:spLocks noGrp="1"/>
          </p:cNvSpPr>
          <p:nvPr>
            <p:ph idx="1"/>
          </p:nvPr>
        </p:nvSpPr>
        <p:spPr bwMode="auto"/>
        <p:txBody>
          <a:bodyPr/>
          <a:lstStyle/>
          <a:p>
            <a:pPr>
              <a:defRPr/>
            </a:pPr>
            <a:endParaRPr/>
          </a:p>
          <a:p>
            <a:pPr>
              <a:defRPr/>
            </a:pPr>
            <a:r>
              <a:rPr lang="pt-BR"/>
              <a:t>Aumentar a independência de dados nos sistemas gerenciadores de banco de dados;</a:t>
            </a:r>
            <a:endParaRPr/>
          </a:p>
          <a:p>
            <a:pPr>
              <a:defRPr/>
            </a:pPr>
            <a:r>
              <a:rPr lang="pt-BR"/>
              <a:t>Prover um conjunto de funções apoiadas em álgebra relacional para armazenamento e recuperação de dados;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9401440" name="Título 1"/>
          <p:cNvSpPr>
            <a:spLocks noGrp="1"/>
          </p:cNvSpPr>
          <p:nvPr>
            <p:ph type="title"/>
          </p:nvPr>
        </p:nvSpPr>
        <p:spPr bwMode="auto"/>
        <p:txBody>
          <a:bodyPr/>
          <a:lstStyle/>
          <a:p>
            <a:pPr>
              <a:defRPr/>
            </a:pPr>
            <a:r>
              <a:rPr lang="pt-BR"/>
              <a:t>Estrutura</a:t>
            </a:r>
            <a:endParaRPr/>
          </a:p>
        </p:txBody>
      </p:sp>
      <p:sp>
        <p:nvSpPr>
          <p:cNvPr id="999930939" name="Espaço Reservado para Conteúdo 2"/>
          <p:cNvSpPr>
            <a:spLocks noGrp="1"/>
          </p:cNvSpPr>
          <p:nvPr>
            <p:ph idx="1"/>
          </p:nvPr>
        </p:nvSpPr>
        <p:spPr bwMode="auto"/>
        <p:txBody>
          <a:bodyPr/>
          <a:lstStyle/>
          <a:p>
            <a:pPr>
              <a:defRPr/>
            </a:pPr>
            <a:r>
              <a:rPr lang="pt-BR"/>
              <a:t>Estrutura fundamental do modelo relacional é a </a:t>
            </a:r>
            <a:r>
              <a:rPr lang="pt-BR" b="1">
                <a:solidFill>
                  <a:srgbClr val="FF0000"/>
                </a:solidFill>
              </a:rPr>
              <a:t>relação (tabela)</a:t>
            </a:r>
            <a:r>
              <a:rPr lang="pt-BR"/>
              <a:t>. Na verdade, o modelo é composto por uma coleção de tabelas de nomes únicos. </a:t>
            </a:r>
            <a:endParaRPr/>
          </a:p>
          <a:p>
            <a:pPr>
              <a:defRPr/>
            </a:pPr>
            <a:r>
              <a:rPr lang="pt-BR"/>
              <a:t>Cada relação ou tabela é constituída por uma ou mais colunas chamadas de </a:t>
            </a:r>
            <a:r>
              <a:rPr lang="pt-BR" b="1">
                <a:solidFill>
                  <a:srgbClr val="FF0000"/>
                </a:solidFill>
              </a:rPr>
              <a:t>atributos (campos) </a:t>
            </a:r>
            <a:r>
              <a:rPr lang="pt-BR"/>
              <a:t>que são os tipos dos dados contidos na relação.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715520" name="Título 1"/>
          <p:cNvSpPr>
            <a:spLocks noGrp="1"/>
          </p:cNvSpPr>
          <p:nvPr>
            <p:ph type="title"/>
          </p:nvPr>
        </p:nvSpPr>
        <p:spPr bwMode="auto">
          <a:xfrm>
            <a:off x="838198" y="365124"/>
            <a:ext cx="10515600" cy="716091"/>
          </a:xfrm>
        </p:spPr>
        <p:txBody>
          <a:bodyPr/>
          <a:lstStyle/>
          <a:p>
            <a:pPr>
              <a:defRPr/>
            </a:pPr>
            <a:r>
              <a:rPr lang="pt-BR"/>
              <a:t>Estrutura</a:t>
            </a:r>
            <a:endParaRPr/>
          </a:p>
        </p:txBody>
      </p:sp>
      <p:sp>
        <p:nvSpPr>
          <p:cNvPr id="1328373517" name="Espaço Reservado para Conteúdo 2"/>
          <p:cNvSpPr>
            <a:spLocks noGrp="1"/>
          </p:cNvSpPr>
          <p:nvPr>
            <p:ph idx="1"/>
          </p:nvPr>
        </p:nvSpPr>
        <p:spPr bwMode="auto">
          <a:xfrm>
            <a:off x="838198" y="1269999"/>
            <a:ext cx="10515600" cy="4906962"/>
          </a:xfrm>
        </p:spPr>
        <p:txBody>
          <a:bodyPr vertOverflow="overflow" horzOverflow="overflow" vert="horz" wrap="square" lIns="91440" tIns="45720" rIns="91440" bIns="45720" numCol="1" spcCol="0" rtlCol="0" fromWordArt="0" anchor="t" anchorCtr="0" forceAA="0" compatLnSpc="0">
            <a:normAutofit fontScale="97500" lnSpcReduction="12000"/>
          </a:bodyPr>
          <a:lstStyle/>
          <a:p>
            <a:pPr>
              <a:defRPr/>
            </a:pPr>
            <a:r>
              <a:rPr lang="pt-BR"/>
              <a:t>O conjunto de valores passíveis de serem assumidos por um atributo será intitulado de domínio. Cada linha da relação é chamada de tupla (registro). </a:t>
            </a:r>
            <a:endParaRPr/>
          </a:p>
          <a:p>
            <a:pPr>
              <a:defRPr/>
            </a:pPr>
            <a:r>
              <a:rPr lang="pt-BR"/>
              <a:t>O esquema de uma relação nada mais é do que os campos (colunas) existentes em uma relação ou tabela.</a:t>
            </a:r>
            <a:r>
              <a:rPr/>
              <a:t> </a:t>
            </a:r>
            <a:endParaRPr/>
          </a:p>
          <a:p>
            <a:pPr>
              <a:defRPr/>
            </a:pPr>
            <a:r>
              <a:rPr/>
              <a:t>O </a:t>
            </a:r>
            <a:r>
              <a:rPr b="1"/>
              <a:t>esquema de uma relação </a:t>
            </a:r>
            <a:r>
              <a:rPr/>
              <a:t>nada mais é do que os campos (colunas) existentes em uma relação ou tabela. </a:t>
            </a:r>
            <a:endParaRPr/>
          </a:p>
          <a:p>
            <a:pPr>
              <a:defRPr/>
            </a:pPr>
            <a:r>
              <a:rPr/>
              <a:t>Já a </a:t>
            </a:r>
            <a:r>
              <a:rPr b="1"/>
              <a:t>instância da relação </a:t>
            </a:r>
            <a:r>
              <a:rPr/>
              <a:t>consiste no conjunto de valores que cada atributo assume em um determinado instante. </a:t>
            </a:r>
            <a:endParaRPr/>
          </a:p>
          <a:p>
            <a:pPr>
              <a:defRPr/>
            </a:pPr>
            <a:r>
              <a:rPr/>
              <a:t>As relações não podem ser duplicadas (por exemplo, não podem existir dois estados de Pernambuco, no conjunto de estados brasileiros) e a ordem de entrada de dados no Banco de Dados não deverá ter qualquer importância para as relações, no que concerne ao seu tratamento.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8355622" name="Título 1"/>
          <p:cNvSpPr>
            <a:spLocks noGrp="1"/>
          </p:cNvSpPr>
          <p:nvPr>
            <p:ph type="title"/>
          </p:nvPr>
        </p:nvSpPr>
        <p:spPr bwMode="auto"/>
        <p:txBody>
          <a:bodyPr/>
          <a:lstStyle/>
          <a:p>
            <a:pPr>
              <a:defRPr/>
            </a:pPr>
            <a:r>
              <a:rPr lang="pt-BR"/>
              <a:t>Exemplo relacional</a:t>
            </a:r>
            <a:endParaRPr/>
          </a:p>
        </p:txBody>
      </p:sp>
      <p:sp>
        <p:nvSpPr>
          <p:cNvPr id="21693129" name="Espaço Reservado para Conteúdo 2"/>
          <p:cNvSpPr>
            <a:spLocks noGrp="1"/>
          </p:cNvSpPr>
          <p:nvPr>
            <p:ph idx="1"/>
          </p:nvPr>
        </p:nvSpPr>
        <p:spPr bwMode="auto"/>
        <p:txBody>
          <a:bodyPr/>
          <a:lstStyle/>
          <a:p>
            <a:pPr>
              <a:defRPr/>
            </a:pPr>
            <a:endParaRPr/>
          </a:p>
        </p:txBody>
      </p:sp>
      <p:pic>
        <p:nvPicPr>
          <p:cNvPr id="884188764" name="Imagem 582102217"/>
          <p:cNvPicPr>
            <a:picLocks noChangeAspect="1"/>
          </p:cNvPicPr>
          <p:nvPr/>
        </p:nvPicPr>
        <p:blipFill rotWithShape="1">
          <a:blip r:embed="rId3"/>
          <a:stretch/>
        </p:blipFill>
        <p:spPr bwMode="auto">
          <a:xfrm>
            <a:off x="0" y="1759121"/>
            <a:ext cx="12191999" cy="50988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15608020" name="Título 1"/>
          <p:cNvSpPr>
            <a:spLocks noGrp="1"/>
          </p:cNvSpPr>
          <p:nvPr>
            <p:ph type="title"/>
          </p:nvPr>
        </p:nvSpPr>
        <p:spPr bwMode="auto"/>
        <p:txBody>
          <a:bodyPr/>
          <a:lstStyle/>
          <a:p>
            <a:pPr>
              <a:defRPr/>
            </a:pPr>
            <a:endParaRPr lang="pt-BR"/>
          </a:p>
        </p:txBody>
      </p:sp>
      <p:sp>
        <p:nvSpPr>
          <p:cNvPr id="122340855" name="Espaço Reservado para Conteúdo 2"/>
          <p:cNvSpPr>
            <a:spLocks noGrp="1"/>
          </p:cNvSpPr>
          <p:nvPr>
            <p:ph idx="1"/>
          </p:nvPr>
        </p:nvSpPr>
        <p:spPr bwMode="auto"/>
        <p:txBody>
          <a:bodyPr/>
          <a:lstStyle/>
          <a:p>
            <a:pPr>
              <a:defRPr/>
            </a:pPr>
            <a:r>
              <a:rPr lang="pt-BR"/>
              <a:t>O modelo relacional faz uso da linguagem SQL para definição e manipulação de dados.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6989046" name="Título 1"/>
          <p:cNvSpPr>
            <a:spLocks noGrp="1"/>
          </p:cNvSpPr>
          <p:nvPr>
            <p:ph type="title"/>
          </p:nvPr>
        </p:nvSpPr>
        <p:spPr bwMode="auto"/>
        <p:txBody>
          <a:bodyPr/>
          <a:lstStyle/>
          <a:p>
            <a:pPr>
              <a:defRPr/>
            </a:pPr>
            <a:r>
              <a:rPr lang="pt-BR"/>
              <a:t>Abstração de Dados</a:t>
            </a:r>
            <a:endParaRPr/>
          </a:p>
        </p:txBody>
      </p:sp>
      <p:sp>
        <p:nvSpPr>
          <p:cNvPr id="751786744" name="Espaço Reservado para Conteúdo 2"/>
          <p:cNvSpPr>
            <a:spLocks noGrp="1"/>
          </p:cNvSpPr>
          <p:nvPr>
            <p:ph idx="1"/>
          </p:nvPr>
        </p:nvSpPr>
        <p:spPr bwMode="auto"/>
        <p:txBody>
          <a:bodyPr/>
          <a:lstStyle/>
          <a:p>
            <a:pPr>
              <a:defRPr/>
            </a:pPr>
            <a:r>
              <a:rPr lang="pt-BR"/>
              <a:t>Abstrair dados significa omitir a complexidade do sistema de modo a facilitar a interação dos usuários com ele. </a:t>
            </a:r>
            <a:endParaRPr/>
          </a:p>
          <a:p>
            <a:pPr>
              <a:defRPr/>
            </a:pPr>
            <a:r>
              <a:rPr lang="pt-BR"/>
              <a:t>Como um dos principais objetivos de um SGBD é simplificar a interação do usuário com o sistema, ele deve prover uma visão abstrata dos dados, ou seja, omitir detalhes de como os dados são armazenados e mantidos.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786368" name="Título 1"/>
          <p:cNvSpPr>
            <a:spLocks noGrp="1"/>
          </p:cNvSpPr>
          <p:nvPr>
            <p:ph type="title"/>
          </p:nvPr>
        </p:nvSpPr>
        <p:spPr bwMode="auto"/>
        <p:txBody>
          <a:bodyPr/>
          <a:lstStyle/>
          <a:p>
            <a:pPr>
              <a:defRPr/>
            </a:pPr>
            <a:r>
              <a:rPr lang="pt-BR"/>
              <a:t>Abstração de Dados</a:t>
            </a:r>
            <a:endParaRPr/>
          </a:p>
        </p:txBody>
      </p:sp>
      <p:sp>
        <p:nvSpPr>
          <p:cNvPr id="1781564079" name="Espaço Reservado para Conteúdo 2"/>
          <p:cNvSpPr>
            <a:spLocks noGrp="1"/>
          </p:cNvSpPr>
          <p:nvPr>
            <p:ph idx="1"/>
          </p:nvPr>
        </p:nvSpPr>
        <p:spPr bwMode="auto"/>
        <p:txBody>
          <a:bodyPr/>
          <a:lstStyle/>
          <a:p>
            <a:pPr>
              <a:defRPr/>
            </a:pPr>
            <a:r>
              <a:rPr lang="pt-BR"/>
              <a:t>Na verdade, uma das características fundamentais da abordagem de banco de dados é que ela fornece algum nível de abstração de dados, pela omissão de detalhes de armazenamento de dados que não são necessários para a maioria dos usuários. </a:t>
            </a:r>
            <a:endParaRPr/>
          </a:p>
          <a:p>
            <a:pPr>
              <a:defRPr/>
            </a:pPr>
            <a:r>
              <a:rPr lang="pt-BR"/>
              <a:t>O modelo de dados é a principal ferramenta que fornece esta abstração.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5039172" name="Título 1"/>
          <p:cNvSpPr>
            <a:spLocks noGrp="1"/>
          </p:cNvSpPr>
          <p:nvPr>
            <p:ph type="title"/>
          </p:nvPr>
        </p:nvSpPr>
        <p:spPr bwMode="auto"/>
        <p:txBody>
          <a:bodyPr/>
          <a:lstStyle/>
          <a:p>
            <a:pPr>
              <a:defRPr/>
            </a:pPr>
            <a:r>
              <a:rPr lang="pt-BR"/>
              <a:t>Abstração de Dados</a:t>
            </a:r>
            <a:endParaRPr/>
          </a:p>
        </p:txBody>
      </p:sp>
      <p:sp>
        <p:nvSpPr>
          <p:cNvPr id="709764668" name="Espaço Reservado para Conteúdo 2"/>
          <p:cNvSpPr>
            <a:spLocks noGrp="1"/>
          </p:cNvSpPr>
          <p:nvPr>
            <p:ph idx="1"/>
          </p:nvPr>
        </p:nvSpPr>
        <p:spPr bwMode="auto"/>
        <p:txBody>
          <a:bodyPr/>
          <a:lstStyle/>
          <a:p>
            <a:pPr>
              <a:defRPr/>
            </a:pPr>
            <a:r>
              <a:rPr lang="pt-BR"/>
              <a:t>Para prover abstração um SGBD provê a definição de esquemas em três níveis:</a:t>
            </a:r>
            <a:endParaRPr/>
          </a:p>
          <a:p>
            <a:pPr>
              <a:defRPr/>
            </a:pPr>
            <a:r>
              <a:rPr lang="pt-BR"/>
              <a:t>o nível de visão, o nível conceitual e o nível físico. </a:t>
            </a:r>
            <a:endParaRPr/>
          </a:p>
          <a:p>
            <a:pPr>
              <a:defRPr/>
            </a:pPr>
            <a:r>
              <a:rPr lang="pt-BR"/>
              <a:t>Estes níveis facilitam a manutenção do sistema e a interação dos usuários com os sistemas. </a:t>
            </a:r>
            <a:endParaRPr/>
          </a:p>
          <a:p>
            <a:pPr>
              <a:defRPr/>
            </a:pPr>
            <a:r>
              <a:rPr lang="pt-BR"/>
              <a:t>Vamos detalhar mais cada um deles a seguir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9838483" name="Textbox 120"/>
          <p:cNvSpPr/>
          <p:nvPr/>
        </p:nvSpPr>
        <p:spPr bwMode="auto">
          <a:xfrm>
            <a:off x="838198" y="365124"/>
            <a:ext cx="10515599" cy="5811837"/>
          </a:xfrm>
          <a:prstGeom prst="rect">
            <a:avLst/>
          </a:prstGeom>
          <a:solidFill>
            <a:srgbClr val="EAD7B3"/>
          </a:solidFill>
        </p:spPr>
        <p:txBody>
          <a:bodyPr wrap="square" lIns="0" tIns="0" rIns="0" bIns="0" rtlCol="0">
            <a:noAutofit/>
          </a:bodyPr>
          <a:lstStyle/>
          <a:p>
            <a:pPr marL="86359" marR="83819" indent="0" algn="just">
              <a:lnSpc>
                <a:spcPct val="126665"/>
              </a:lnSpc>
              <a:spcBef>
                <a:spcPts val="214"/>
              </a:spcBef>
              <a:defRPr/>
            </a:pPr>
            <a:endParaRPr sz="2400">
              <a:solidFill>
                <a:srgbClr val="000000"/>
              </a:solidFill>
            </a:endParaRPr>
          </a:p>
          <a:p>
            <a:pPr marL="86359" marR="83819" indent="0" algn="just">
              <a:lnSpc>
                <a:spcPct val="126665"/>
              </a:lnSpc>
              <a:spcBef>
                <a:spcPts val="214"/>
              </a:spcBef>
              <a:defRPr/>
            </a:pPr>
            <a:r>
              <a:rPr sz="2400">
                <a:solidFill>
                  <a:srgbClr val="000000"/>
                </a:solidFill>
              </a:rPr>
              <a:t>OBS:.................................................................</a:t>
            </a:r>
            <a:endParaRPr sz="2000">
              <a:solidFill>
                <a:srgbClr val="000000"/>
              </a:solidFill>
            </a:endParaRPr>
          </a:p>
          <a:p>
            <a:pPr marL="86359" marR="83819" indent="0" algn="just">
              <a:lnSpc>
                <a:spcPct val="126665"/>
              </a:lnSpc>
              <a:spcBef>
                <a:spcPts val="214"/>
              </a:spcBef>
              <a:defRPr/>
            </a:pPr>
            <a:r>
              <a:rPr sz="2000">
                <a:solidFill>
                  <a:srgbClr val="000000"/>
                </a:solidFill>
              </a:rPr>
              <a:t>Em qualquer modelo de dados é importante distinguir entre a descrição do banco de dados e o banco de dados propriamente dito. A descrição de um banco de dados é </a:t>
            </a:r>
            <a:r>
              <a:rPr sz="2000">
                <a:solidFill>
                  <a:srgbClr val="000000"/>
                </a:solidFill>
              </a:rPr>
              <a:t>chamada</a:t>
            </a:r>
            <a:r>
              <a:rPr lang="pt-BR" sz="2000">
                <a:solidFill>
                  <a:srgbClr val="000000"/>
                </a:solidFill>
              </a:rPr>
              <a:t> </a:t>
            </a:r>
            <a:r>
              <a:rPr sz="2000" b="1">
                <a:solidFill>
                  <a:srgbClr val="000000"/>
                </a:solidFill>
              </a:rPr>
              <a:t>Esquema </a:t>
            </a:r>
            <a:r>
              <a:rPr sz="2000" b="1">
                <a:solidFill>
                  <a:srgbClr val="000000"/>
                </a:solidFill>
              </a:rPr>
              <a:t>do Banco de Dados</a:t>
            </a:r>
            <a:r>
              <a:rPr sz="2000">
                <a:solidFill>
                  <a:srgbClr val="000000"/>
                </a:solidFill>
              </a:rPr>
              <a:t>. Um esquema de banco de dados é especificado durante o projeto deste banco, </a:t>
            </a:r>
            <a:r>
              <a:rPr sz="2000">
                <a:solidFill>
                  <a:srgbClr val="000000"/>
                </a:solidFill>
              </a:rPr>
              <a:t>sendo</a:t>
            </a:r>
            <a:r>
              <a:rPr lang="pt-BR" sz="2000">
                <a:solidFill>
                  <a:srgbClr val="000000"/>
                </a:solidFill>
              </a:rPr>
              <a:t> </a:t>
            </a:r>
            <a:r>
              <a:rPr sz="2000">
                <a:solidFill>
                  <a:srgbClr val="000000"/>
                </a:solidFill>
              </a:rPr>
              <a:t>que</a:t>
            </a:r>
            <a:r>
              <a:rPr lang="pt-BR" sz="2000">
                <a:solidFill>
                  <a:srgbClr val="000000"/>
                </a:solidFill>
              </a:rPr>
              <a:t> </a:t>
            </a:r>
            <a:r>
              <a:rPr sz="2000">
                <a:solidFill>
                  <a:srgbClr val="000000"/>
                </a:solidFill>
              </a:rPr>
              <a:t>a</a:t>
            </a:r>
            <a:r>
              <a:rPr lang="pt-BR" sz="2000">
                <a:solidFill>
                  <a:srgbClr val="000000"/>
                </a:solidFill>
              </a:rPr>
              <a:t> </a:t>
            </a:r>
            <a:r>
              <a:rPr sz="2000">
                <a:solidFill>
                  <a:srgbClr val="000000"/>
                </a:solidFill>
              </a:rPr>
              <a:t>expectativa</a:t>
            </a:r>
            <a:r>
              <a:rPr lang="pt-BR" sz="2000">
                <a:solidFill>
                  <a:srgbClr val="000000"/>
                </a:solidFill>
              </a:rPr>
              <a:t> </a:t>
            </a:r>
            <a:r>
              <a:rPr sz="2000">
                <a:solidFill>
                  <a:srgbClr val="000000"/>
                </a:solidFill>
              </a:rPr>
              <a:t>de</a:t>
            </a:r>
            <a:r>
              <a:rPr lang="pt-BR" sz="2000">
                <a:solidFill>
                  <a:srgbClr val="000000"/>
                </a:solidFill>
              </a:rPr>
              <a:t> </a:t>
            </a:r>
            <a:r>
              <a:rPr sz="2000">
                <a:solidFill>
                  <a:srgbClr val="000000"/>
                </a:solidFill>
              </a:rPr>
              <a:t>mudanças</a:t>
            </a:r>
            <a:r>
              <a:rPr lang="pt-BR" sz="2000">
                <a:solidFill>
                  <a:srgbClr val="000000"/>
                </a:solidFill>
              </a:rPr>
              <a:t> </a:t>
            </a:r>
            <a:r>
              <a:rPr sz="2000">
                <a:solidFill>
                  <a:srgbClr val="000000"/>
                </a:solidFill>
              </a:rPr>
              <a:t>não</a:t>
            </a:r>
            <a:r>
              <a:rPr lang="pt-BR" sz="2000">
                <a:solidFill>
                  <a:srgbClr val="000000"/>
                </a:solidFill>
              </a:rPr>
              <a:t> </a:t>
            </a:r>
            <a:r>
              <a:rPr sz="2000">
                <a:solidFill>
                  <a:srgbClr val="000000"/>
                </a:solidFill>
              </a:rPr>
              <a:t>é</a:t>
            </a:r>
            <a:r>
              <a:rPr lang="pt-BR" sz="2000">
                <a:solidFill>
                  <a:srgbClr val="000000"/>
                </a:solidFill>
              </a:rPr>
              <a:t> </a:t>
            </a:r>
            <a:r>
              <a:rPr sz="2000">
                <a:solidFill>
                  <a:srgbClr val="000000"/>
                </a:solidFill>
              </a:rPr>
              <a:t>grande.</a:t>
            </a:r>
            <a:r>
              <a:rPr lang="pt-BR" sz="2000">
                <a:solidFill>
                  <a:srgbClr val="000000"/>
                </a:solidFill>
              </a:rPr>
              <a:t> </a:t>
            </a:r>
            <a:r>
              <a:rPr sz="2000">
                <a:solidFill>
                  <a:srgbClr val="000000"/>
                </a:solidFill>
              </a:rPr>
              <a:t>A</a:t>
            </a:r>
            <a:r>
              <a:rPr lang="pt-BR" sz="2000">
                <a:solidFill>
                  <a:srgbClr val="000000"/>
                </a:solidFill>
              </a:rPr>
              <a:t> </a:t>
            </a:r>
            <a:r>
              <a:rPr sz="2000">
                <a:solidFill>
                  <a:srgbClr val="000000"/>
                </a:solidFill>
              </a:rPr>
              <a:t>forma</a:t>
            </a:r>
            <a:r>
              <a:rPr lang="pt-BR" sz="2000">
                <a:solidFill>
                  <a:srgbClr val="000000"/>
                </a:solidFill>
              </a:rPr>
              <a:t> </a:t>
            </a:r>
            <a:r>
              <a:rPr sz="2000">
                <a:solidFill>
                  <a:srgbClr val="000000"/>
                </a:solidFill>
              </a:rPr>
              <a:t>de</a:t>
            </a:r>
            <a:r>
              <a:rPr lang="pt-BR" sz="2000">
                <a:solidFill>
                  <a:srgbClr val="000000"/>
                </a:solidFill>
              </a:rPr>
              <a:t> </a:t>
            </a:r>
            <a:r>
              <a:rPr sz="2000">
                <a:solidFill>
                  <a:srgbClr val="000000"/>
                </a:solidFill>
              </a:rPr>
              <a:t>visualização</a:t>
            </a:r>
            <a:r>
              <a:rPr lang="pt-BR" sz="2000">
                <a:solidFill>
                  <a:srgbClr val="000000"/>
                </a:solidFill>
              </a:rPr>
              <a:t> </a:t>
            </a:r>
            <a:r>
              <a:rPr sz="2000">
                <a:solidFill>
                  <a:srgbClr val="000000"/>
                </a:solidFill>
              </a:rPr>
              <a:t>de</a:t>
            </a:r>
            <a:r>
              <a:rPr lang="pt-BR" sz="2000">
                <a:solidFill>
                  <a:srgbClr val="000000"/>
                </a:solidFill>
              </a:rPr>
              <a:t> </a:t>
            </a:r>
            <a:r>
              <a:rPr sz="2000">
                <a:solidFill>
                  <a:srgbClr val="000000"/>
                </a:solidFill>
              </a:rPr>
              <a:t>um</a:t>
            </a:r>
            <a:r>
              <a:rPr lang="pt-BR" sz="2000">
                <a:solidFill>
                  <a:srgbClr val="000000"/>
                </a:solidFill>
              </a:rPr>
              <a:t> </a:t>
            </a:r>
            <a:r>
              <a:rPr sz="2000">
                <a:solidFill>
                  <a:srgbClr val="000000"/>
                </a:solidFill>
              </a:rPr>
              <a:t>esquema </a:t>
            </a:r>
            <a:r>
              <a:rPr sz="2000">
                <a:solidFill>
                  <a:srgbClr val="000000"/>
                </a:solidFill>
              </a:rPr>
              <a:t>é </a:t>
            </a:r>
            <a:r>
              <a:rPr sz="2000">
                <a:solidFill>
                  <a:srgbClr val="000000"/>
                </a:solidFill>
              </a:rPr>
              <a:t>chamada</a:t>
            </a:r>
            <a:r>
              <a:rPr lang="pt-BR" sz="2000">
                <a:solidFill>
                  <a:srgbClr val="000000"/>
                </a:solidFill>
              </a:rPr>
              <a:t> </a:t>
            </a:r>
            <a:r>
              <a:rPr sz="2000" b="1">
                <a:solidFill>
                  <a:srgbClr val="000000"/>
                </a:solidFill>
              </a:rPr>
              <a:t>Diagrama </a:t>
            </a:r>
            <a:r>
              <a:rPr sz="2000" b="1">
                <a:solidFill>
                  <a:srgbClr val="000000"/>
                </a:solidFill>
              </a:rPr>
              <a:t>do Esquema</a:t>
            </a:r>
            <a:r>
              <a:rPr sz="2000">
                <a:solidFill>
                  <a:srgbClr val="000000"/>
                </a:solidFill>
              </a:rPr>
              <a:t>. Muitos modelos de dados têm certas convenções para, diagramaticamente, mostrar esquemas especificados no modelo.</a:t>
            </a:r>
            <a:endParaRPr/>
          </a:p>
          <a:p>
            <a:pPr>
              <a:spcBef>
                <a:spcPts val="374"/>
              </a:spcBef>
              <a:defRPr/>
            </a:pPr>
            <a:endParaRPr sz="2000">
              <a:solidFill>
                <a:srgbClr val="000000"/>
              </a:solidFill>
            </a:endParaRPr>
          </a:p>
          <a:p>
            <a:pPr marL="86359" marR="85089" indent="0" algn="just">
              <a:lnSpc>
                <a:spcPct val="126665"/>
              </a:lnSpc>
              <a:spcBef>
                <a:spcPts val="0"/>
              </a:spcBef>
              <a:defRPr/>
            </a:pPr>
            <a:r>
              <a:rPr sz="2000">
                <a:solidFill>
                  <a:srgbClr val="000000"/>
                </a:solidFill>
              </a:rPr>
              <a:t>Os dados existentes em um banco de dados podem mudar com relativa frequência. Os dados contidos em um banco de dados em um momento específico do tempo são chamados Instâncias do Banco de Dados (ou Ocorrências ou Estados). A base-esquema é algumas vezes chamada de Base-Intencional e uma instância é chamada de Base-Extensional do esquema.</a:t>
            </a:r>
            <a:endParaRPr sz="900">
              <a:solidFill>
                <a:srgbClr val="0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2451016" name="Título 1"/>
          <p:cNvSpPr>
            <a:spLocks noGrp="1"/>
          </p:cNvSpPr>
          <p:nvPr>
            <p:ph type="title"/>
          </p:nvPr>
        </p:nvSpPr>
        <p:spPr bwMode="auto"/>
        <p:txBody>
          <a:bodyPr/>
          <a:lstStyle/>
          <a:p>
            <a:pPr>
              <a:defRPr/>
            </a:pPr>
            <a:r>
              <a:rPr lang="pt-BR"/>
              <a:t>Abstração de Dados</a:t>
            </a:r>
            <a:endParaRPr/>
          </a:p>
        </p:txBody>
      </p:sp>
      <p:sp>
        <p:nvSpPr>
          <p:cNvPr id="1813225587" name="Espaço Reservado para Conteúdo 2"/>
          <p:cNvSpPr>
            <a:spLocks noGrp="1"/>
          </p:cNvSpPr>
          <p:nvPr>
            <p:ph idx="1"/>
          </p:nvPr>
        </p:nvSpPr>
        <p:spPr bwMode="auto"/>
        <p:txBody>
          <a:bodyPr/>
          <a:lstStyle/>
          <a:p>
            <a:pPr>
              <a:defRPr/>
            </a:pPr>
            <a:endParaRPr/>
          </a:p>
        </p:txBody>
      </p:sp>
      <p:pic>
        <p:nvPicPr>
          <p:cNvPr id="2112711558" name="Imagem 787133827"/>
          <p:cNvPicPr>
            <a:picLocks noChangeAspect="1"/>
          </p:cNvPicPr>
          <p:nvPr/>
        </p:nvPicPr>
        <p:blipFill rotWithShape="1">
          <a:blip r:embed="rId3"/>
          <a:stretch/>
        </p:blipFill>
        <p:spPr bwMode="auto">
          <a:xfrm>
            <a:off x="838198" y="1825624"/>
            <a:ext cx="10515600" cy="43513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6760269" name="Título 1"/>
          <p:cNvSpPr>
            <a:spLocks noGrp="1"/>
          </p:cNvSpPr>
          <p:nvPr>
            <p:ph type="title"/>
          </p:nvPr>
        </p:nvSpPr>
        <p:spPr bwMode="auto"/>
        <p:txBody>
          <a:bodyPr/>
          <a:lstStyle/>
          <a:p>
            <a:pPr>
              <a:defRPr/>
            </a:pPr>
            <a:r>
              <a:rPr lang="pt-BR"/>
              <a:t>O nível físico </a:t>
            </a:r>
            <a:endParaRPr/>
          </a:p>
        </p:txBody>
      </p:sp>
      <p:sp>
        <p:nvSpPr>
          <p:cNvPr id="1410108421" name="Espaço Reservado para Conteúdo 2"/>
          <p:cNvSpPr>
            <a:spLocks noGrp="1"/>
          </p:cNvSpPr>
          <p:nvPr>
            <p:ph idx="1"/>
          </p:nvPr>
        </p:nvSpPr>
        <p:spPr bwMode="auto"/>
        <p:txBody>
          <a:bodyPr>
            <a:normAutofit/>
          </a:bodyPr>
          <a:lstStyle/>
          <a:p>
            <a:pPr>
              <a:defRPr/>
            </a:pPr>
            <a:r>
              <a:rPr lang="pt-BR"/>
              <a:t>O nível físico – também chamado nível interno, possui um esquema interno que descreve como os dados estão de fato armazenados no(s) disco(s) rígido(s) (ex: formato dos registros, ordem em que aparecem, etc). </a:t>
            </a:r>
            <a:endParaRPr/>
          </a:p>
          <a:p>
            <a:pPr>
              <a:defRPr/>
            </a:pPr>
            <a:r>
              <a:rPr lang="pt-BR"/>
              <a:t>Ou seja, descreve a estrutura de armazenamento físico dos dados do BD, fornecendo um modelo físico dos dados que inclui detalhes sobre os caminhos de acesso aos dados internamente. </a:t>
            </a:r>
            <a:endParaRPr/>
          </a:p>
          <a:p>
            <a:pPr>
              <a:defRPr/>
            </a:pPr>
            <a:r>
              <a:rPr lang="pt-BR"/>
              <a:t>Os desenvolvedores de Banco de Dados devem ter noção desse nível.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8747582" name="Título 1"/>
          <p:cNvSpPr>
            <a:spLocks noGrp="1"/>
          </p:cNvSpPr>
          <p:nvPr>
            <p:ph type="title"/>
          </p:nvPr>
        </p:nvSpPr>
        <p:spPr bwMode="auto"/>
        <p:txBody>
          <a:bodyPr/>
          <a:lstStyle/>
          <a:p>
            <a:pPr>
              <a:defRPr/>
            </a:pPr>
            <a:r>
              <a:rPr lang="pt-BR"/>
              <a:t>O nível conceitual </a:t>
            </a:r>
            <a:endParaRPr/>
          </a:p>
        </p:txBody>
      </p:sp>
      <p:sp>
        <p:nvSpPr>
          <p:cNvPr id="670314615" name="Espaço Reservado para Conteúdo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lnSpcReduction="13000"/>
          </a:bodyPr>
          <a:lstStyle/>
          <a:p>
            <a:pPr>
              <a:defRPr/>
            </a:pPr>
            <a:r>
              <a:rPr lang="pt-BR"/>
              <a:t>O nível conceitual – também chamado nível lógico, é um nível médio de abstração e possui um esquema conceitual que descreve quais dados estão armazenados no banco de dados e quais são os interrelacionamentos entre eles. </a:t>
            </a:r>
            <a:endParaRPr/>
          </a:p>
          <a:p>
            <a:pPr>
              <a:defRPr/>
            </a:pPr>
            <a:r>
              <a:rPr lang="pt-BR"/>
              <a:t>Ou seja, descreve a estrutura de todo o BD para uma determinada comunidade de usuários, ocultando detalhes sobre a organização física dos dados e apresentando a descrição lógica dos dados e das ligações existentes entre eles. </a:t>
            </a:r>
            <a:endParaRPr/>
          </a:p>
          <a:p>
            <a:pPr>
              <a:defRPr/>
            </a:pPr>
            <a:r>
              <a:rPr lang="pt-BR"/>
              <a:t>Esse esquema se concentra na descrição de entidades, tipos de dados, relacionamentos e restrições. É a visão dos administradores de banco de dados e dos programadores.</a:t>
            </a:r>
            <a:endParaRPr/>
          </a:p>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8341988" name="Título 1"/>
          <p:cNvSpPr>
            <a:spLocks noGrp="1"/>
          </p:cNvSpPr>
          <p:nvPr>
            <p:ph type="title"/>
          </p:nvPr>
        </p:nvSpPr>
        <p:spPr bwMode="auto"/>
        <p:txBody>
          <a:bodyPr/>
          <a:lstStyle/>
          <a:p>
            <a:pPr>
              <a:defRPr/>
            </a:pPr>
            <a:r>
              <a:rPr lang="pt-BR"/>
              <a:t>O nível de visão </a:t>
            </a:r>
            <a:endParaRPr/>
          </a:p>
        </p:txBody>
      </p:sp>
      <p:sp>
        <p:nvSpPr>
          <p:cNvPr id="941312500" name="Espaço Reservado para Conteúdo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1000"/>
          </a:bodyPr>
          <a:lstStyle/>
          <a:p>
            <a:pPr>
              <a:defRPr/>
            </a:pPr>
            <a:r>
              <a:rPr lang="pt-BR"/>
              <a:t>O nível de visão – também chamado nível externo, possui esquemas externos ou visões dos usuários. Ele é o mais alto nível de abstração. Cada esquema externo descreve a visão do banco de dados de um grupo de usuários deste banco. </a:t>
            </a:r>
            <a:endParaRPr/>
          </a:p>
          <a:p>
            <a:pPr>
              <a:defRPr/>
            </a:pPr>
            <a:r>
              <a:rPr lang="pt-BR"/>
              <a:t>Cada visão descreve, tipicamente, a parte do banco de dados que um grupo particular de usuários está interessado e esconde deste o restante do banco de dados. </a:t>
            </a:r>
            <a:endParaRPr/>
          </a:p>
          <a:p>
            <a:pPr>
              <a:defRPr/>
            </a:pPr>
            <a:r>
              <a:rPr lang="pt-BR"/>
              <a:t>Ou seja, vai existir uma visão diferente para cada grupo de usuários finais. Ele descreve apenas parte do BD, pois os usuários normalmente não precisam conhecer todo o banco, eles acabam utilizando apenas parte dele.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8356682" name="Espaço Reservado para Conteúdo 2"/>
          <p:cNvSpPr>
            <a:spLocks noGrp="1"/>
          </p:cNvSpPr>
          <p:nvPr>
            <p:ph idx="1"/>
          </p:nvPr>
        </p:nvSpPr>
        <p:spPr bwMode="auto"/>
        <p:txBody>
          <a:bodyPr/>
          <a:lstStyle/>
          <a:p>
            <a:pPr>
              <a:defRPr/>
            </a:pPr>
            <a:r>
              <a:rPr lang="pt-BR" sz="2800" b="0" i="0" u="none" strike="noStrike" cap="none" spc="0">
                <a:solidFill>
                  <a:schemeClr val="tx1"/>
                </a:solidFill>
                <a:latin typeface="+mn-lt"/>
                <a:ea typeface="+mn-ea"/>
                <a:cs typeface="+mn-cs"/>
              </a:rPr>
              <a:t>            </a:t>
            </a:r>
            <a:r>
              <a:rPr lang="pt-BR" sz="4800" b="0" i="0" u="none" strike="noStrike" cap="none" spc="0">
                <a:solidFill>
                  <a:schemeClr val="tx1"/>
                </a:solidFill>
                <a:latin typeface="Calibri"/>
                <a:ea typeface="Arial"/>
                <a:cs typeface="Arial"/>
              </a:rPr>
              <a:t>   </a:t>
            </a:r>
            <a:endParaRPr lang="pt-BR" sz="4800" b="0" i="0" u="none" strike="noStrike" cap="none" spc="0">
              <a:solidFill>
                <a:schemeClr val="tx1"/>
              </a:solidFill>
              <a:latin typeface="Calibri"/>
              <a:ea typeface="Arial"/>
              <a:cs typeface="Arial"/>
            </a:endParaRPr>
          </a:p>
          <a:p>
            <a:pPr>
              <a:defRPr/>
            </a:pPr>
            <a:r>
              <a:rPr lang="pt-BR" sz="4800">
                <a:latin typeface="Calibri"/>
                <a:ea typeface="Arial"/>
                <a:cs typeface="Arial"/>
              </a:rPr>
              <a:t> </a:t>
            </a:r>
            <a:r>
              <a:rPr lang="pt-BR" sz="4800">
                <a:latin typeface="Calibri"/>
                <a:ea typeface="Arial"/>
                <a:cs typeface="Arial"/>
              </a:rPr>
              <a:t>                 </a:t>
            </a:r>
            <a:r>
              <a:rPr lang="pt-BR" sz="4800" b="0" i="0" u="none" strike="noStrike" cap="none" spc="0">
                <a:solidFill>
                  <a:schemeClr val="tx1"/>
                </a:solidFill>
                <a:latin typeface="Calibri"/>
                <a:ea typeface="Arial"/>
                <a:cs typeface="Arial"/>
              </a:rPr>
              <a:t>Tipos </a:t>
            </a:r>
            <a:r>
              <a:rPr lang="pt-BR" sz="4800" b="0" i="0" u="none" strike="noStrike" cap="none" spc="0">
                <a:solidFill>
                  <a:schemeClr val="tx1"/>
                </a:solidFill>
                <a:latin typeface="Calibri"/>
                <a:ea typeface="Arial"/>
                <a:cs typeface="Arial"/>
              </a:rPr>
              <a:t>de Banco de Dados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3368792" name="Título 1"/>
          <p:cNvSpPr>
            <a:spLocks noGrp="1"/>
          </p:cNvSpPr>
          <p:nvPr>
            <p:ph type="title"/>
          </p:nvPr>
        </p:nvSpPr>
        <p:spPr bwMode="auto"/>
        <p:txBody>
          <a:bodyPr/>
          <a:lstStyle/>
          <a:p>
            <a:pPr>
              <a:defRPr/>
            </a:pPr>
            <a:r>
              <a:rPr lang="pt-BR"/>
              <a:t> Tipos de Banco de Dados</a:t>
            </a:r>
            <a:endParaRPr/>
          </a:p>
        </p:txBody>
      </p:sp>
      <p:sp>
        <p:nvSpPr>
          <p:cNvPr id="669202046" name="Espaço Reservado para Conteúdo 2"/>
          <p:cNvSpPr>
            <a:spLocks noGrp="1"/>
          </p:cNvSpPr>
          <p:nvPr>
            <p:ph idx="1"/>
          </p:nvPr>
        </p:nvSpPr>
        <p:spPr bwMode="auto"/>
        <p:txBody>
          <a:bodyPr/>
          <a:lstStyle/>
          <a:p>
            <a:pPr>
              <a:defRPr/>
            </a:pPr>
            <a:r>
              <a:rPr lang="pt-BR"/>
              <a:t>Bancos de Dados Não-Convencionais (BDNCs)</a:t>
            </a:r>
            <a:endParaRPr/>
          </a:p>
          <a:p>
            <a:pPr>
              <a:defRPr/>
            </a:pPr>
            <a:r>
              <a:rPr lang="pt-BR"/>
              <a:t>Ou  BDs pós-relacionais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8134835" name="Título 1"/>
          <p:cNvSpPr>
            <a:spLocks noGrp="1"/>
          </p:cNvSpPr>
          <p:nvPr>
            <p:ph type="title"/>
          </p:nvPr>
        </p:nvSpPr>
        <p:spPr bwMode="auto"/>
        <p:txBody>
          <a:bodyPr/>
          <a:lstStyle/>
          <a:p>
            <a:pPr>
              <a:defRPr/>
            </a:pPr>
            <a:r>
              <a:rPr lang="pt-BR"/>
              <a:t>Banco de Dados de Informações Geográficas (BDG)</a:t>
            </a:r>
            <a:endParaRPr/>
          </a:p>
        </p:txBody>
      </p:sp>
      <p:sp>
        <p:nvSpPr>
          <p:cNvPr id="1503796826" name="Espaço Reservado para Conteúdo 2"/>
          <p:cNvSpPr>
            <a:spLocks noGrp="1"/>
          </p:cNvSpPr>
          <p:nvPr>
            <p:ph idx="1"/>
          </p:nvPr>
        </p:nvSpPr>
        <p:spPr bwMode="auto"/>
        <p:txBody>
          <a:bodyPr/>
          <a:lstStyle/>
          <a:p>
            <a:pPr>
              <a:defRPr/>
            </a:pPr>
            <a:r>
              <a:rPr lang="pt-BR"/>
              <a:t>Sistema Gerenciador de Bancos de Dados Geográficos (SGBDG) é caracterizado  por armazenar e manipular dados cuja geometria está referenciada à superfície planetária. </a:t>
            </a:r>
            <a:endParaRPr/>
          </a:p>
          <a:p>
            <a:pPr>
              <a:defRPr/>
            </a:pPr>
            <a:r>
              <a:rPr lang="pt-BR"/>
              <a:t>Ou seja, um SGBDG armazena informações geográficas (mapas dos mais diversos tipos), dados climatológicos, imagens de satélite, etc.</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79777344" name="Título 1"/>
          <p:cNvSpPr>
            <a:spLocks noGrp="1"/>
          </p:cNvSpPr>
          <p:nvPr>
            <p:ph type="title"/>
          </p:nvPr>
        </p:nvSpPr>
        <p:spPr bwMode="auto"/>
        <p:txBody>
          <a:bodyPr/>
          <a:lstStyle/>
          <a:p>
            <a:pPr>
              <a:defRPr/>
            </a:pPr>
            <a:r>
              <a:rPr lang="pt-BR"/>
              <a:t>Banco de Dados Multimídia</a:t>
            </a:r>
            <a:endParaRPr/>
          </a:p>
        </p:txBody>
      </p:sp>
      <p:sp>
        <p:nvSpPr>
          <p:cNvPr id="114648322" name="Espaço Reservado para Conteúdo 2"/>
          <p:cNvSpPr>
            <a:spLocks noGrp="1"/>
          </p:cNvSpPr>
          <p:nvPr>
            <p:ph idx="1"/>
          </p:nvPr>
        </p:nvSpPr>
        <p:spPr bwMode="auto"/>
        <p:txBody>
          <a:bodyPr/>
          <a:lstStyle/>
          <a:p>
            <a:pPr>
              <a:defRPr/>
            </a:pPr>
            <a:r>
              <a:rPr lang="pt-BR"/>
              <a:t>Sistemas Multimídia devem armazenar, recuperar, transportar, e apresentar dados com características heterogêneas tais como textos, imagens, gráficos, sons e vídeos. </a:t>
            </a:r>
            <a:endParaRPr/>
          </a:p>
          <a:p>
            <a:pPr>
              <a:defRPr/>
            </a:pPr>
            <a:r>
              <a:rPr lang="pt-BR"/>
              <a:t>Estes são sistemas complexos e necessitam de acesso uniforme aos objetos multimídia, de forma transparente.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58557295" name="Título 1"/>
          <p:cNvSpPr>
            <a:spLocks noGrp="1"/>
          </p:cNvSpPr>
          <p:nvPr>
            <p:ph type="title"/>
          </p:nvPr>
        </p:nvSpPr>
        <p:spPr bwMode="auto"/>
        <p:txBody>
          <a:bodyPr/>
          <a:lstStyle/>
          <a:p>
            <a:pPr>
              <a:defRPr/>
            </a:pPr>
            <a:r>
              <a:rPr lang="pt-BR"/>
              <a:t>Banco de Dados Multimídia</a:t>
            </a:r>
            <a:endParaRPr/>
          </a:p>
        </p:txBody>
      </p:sp>
      <p:sp>
        <p:nvSpPr>
          <p:cNvPr id="142437972" name="Espaço Reservado para Conteúdo 2"/>
          <p:cNvSpPr>
            <a:spLocks noGrp="1"/>
          </p:cNvSpPr>
          <p:nvPr>
            <p:ph idx="1"/>
          </p:nvPr>
        </p:nvSpPr>
        <p:spPr bwMode="auto"/>
        <p:txBody>
          <a:bodyPr/>
          <a:lstStyle/>
          <a:p>
            <a:pPr>
              <a:defRPr/>
            </a:pPr>
            <a:r>
              <a:rPr lang="pt-BR"/>
              <a:t>Os Sistemas de Bancos de Dados Multimídia (SGBD MM) se caracterizam pela  incorporação de mídia contínua como vídeo, áudio e animação. </a:t>
            </a:r>
            <a:endParaRPr/>
          </a:p>
          <a:p>
            <a:pPr>
              <a:defRPr/>
            </a:pPr>
            <a:r>
              <a:rPr lang="pt-BR"/>
              <a:t>Um bom SGBD MM deve permitir consultas baseadas no conteúdo dos documentos e, para isso, é importante que ele seja capaz de fazer a interpretação dos dados, com a identificação de objetos conceituais nele contidos e seus relacionamentos.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2026139" name="Título 1"/>
          <p:cNvSpPr>
            <a:spLocks noGrp="1"/>
          </p:cNvSpPr>
          <p:nvPr>
            <p:ph type="title"/>
          </p:nvPr>
        </p:nvSpPr>
        <p:spPr bwMode="auto"/>
        <p:txBody>
          <a:bodyPr/>
          <a:lstStyle/>
          <a:p>
            <a:pPr>
              <a:defRPr/>
            </a:pPr>
            <a:r>
              <a:rPr lang="pt-BR"/>
              <a:t>Datawarehouses</a:t>
            </a:r>
            <a:endParaRPr/>
          </a:p>
        </p:txBody>
      </p:sp>
      <p:sp>
        <p:nvSpPr>
          <p:cNvPr id="402064543" name="Espaço Reservado para Conteúdo 2"/>
          <p:cNvSpPr>
            <a:spLocks noGrp="1"/>
          </p:cNvSpPr>
          <p:nvPr>
            <p:ph idx="1"/>
          </p:nvPr>
        </p:nvSpPr>
        <p:spPr bwMode="auto"/>
        <p:txBody>
          <a:bodyPr/>
          <a:lstStyle/>
          <a:p>
            <a:pPr>
              <a:defRPr/>
            </a:pPr>
            <a:r>
              <a:rPr lang="pt-BR"/>
              <a:t>DataWarehouse (se traduzirmos ao pé da letra, chamaríamos “armazém de dados”, mas não é usada tradução para o termo) é uma coleção de dados, organizados por assunto, integrados, não-voláteis, históricos, cujo propósito é fornecer suporte à tomada de decisão nas organizações. </a:t>
            </a:r>
            <a:endParaRPr/>
          </a:p>
          <a:p>
            <a:pPr>
              <a:defRPr/>
            </a:pPr>
            <a:r>
              <a:rPr lang="pt-BR"/>
              <a:t>Vamos explicar melhor alguns dos termos dessa definição: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4896924" name="Título 1"/>
          <p:cNvSpPr>
            <a:spLocks noGrp="1"/>
          </p:cNvSpPr>
          <p:nvPr>
            <p:ph type="title"/>
          </p:nvPr>
        </p:nvSpPr>
        <p:spPr bwMode="auto"/>
        <p:txBody>
          <a:bodyPr/>
          <a:lstStyle/>
          <a:p>
            <a:pPr>
              <a:defRPr/>
            </a:pPr>
            <a:r>
              <a:rPr lang="pt-BR"/>
              <a:t>Datawarehouses</a:t>
            </a:r>
            <a:endParaRPr/>
          </a:p>
        </p:txBody>
      </p:sp>
      <p:sp>
        <p:nvSpPr>
          <p:cNvPr id="1213697202" name="Espaço Reservado para Conteúdo 2"/>
          <p:cNvSpPr>
            <a:spLocks noGrp="1"/>
          </p:cNvSpPr>
          <p:nvPr>
            <p:ph idx="1"/>
          </p:nvPr>
        </p:nvSpPr>
        <p:spPr bwMode="auto"/>
        <p:txBody>
          <a:bodyPr/>
          <a:lstStyle/>
          <a:p>
            <a:pPr>
              <a:defRPr/>
            </a:pPr>
            <a:r>
              <a:rPr lang="pt-BR"/>
              <a:t> O </a:t>
            </a:r>
            <a:r>
              <a:rPr lang="pt-BR"/>
              <a:t>datawarehouse</a:t>
            </a:r>
            <a:r>
              <a:rPr lang="pt-BR"/>
              <a:t> é orientado por assunto, o que significa que os dados que farão parte dele, devem ser orientados e organizados por um </a:t>
            </a:r>
            <a:r>
              <a:rPr lang="pt-BR"/>
              <a:t>tema.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96035688" name="Título 1"/>
          <p:cNvSpPr>
            <a:spLocks noGrp="1"/>
          </p:cNvSpPr>
          <p:nvPr>
            <p:ph type="title"/>
          </p:nvPr>
        </p:nvSpPr>
        <p:spPr bwMode="auto"/>
        <p:txBody>
          <a:bodyPr/>
          <a:lstStyle/>
          <a:p>
            <a:pPr>
              <a:defRPr/>
            </a:pPr>
            <a:r>
              <a:rPr lang="pt-BR"/>
              <a:t>Datawarehouses</a:t>
            </a:r>
            <a:endParaRPr/>
          </a:p>
        </p:txBody>
      </p:sp>
      <p:sp>
        <p:nvSpPr>
          <p:cNvPr id="450404662" name="Espaço Reservado para Conteúdo 2"/>
          <p:cNvSpPr>
            <a:spLocks noGrp="1"/>
          </p:cNvSpPr>
          <p:nvPr>
            <p:ph idx="1"/>
          </p:nvPr>
        </p:nvSpPr>
        <p:spPr bwMode="auto"/>
        <p:txBody>
          <a:bodyPr/>
          <a:lstStyle/>
          <a:p>
            <a:pPr>
              <a:defRPr/>
            </a:pPr>
            <a:r>
              <a:rPr lang="pt-BR"/>
              <a:t>O </a:t>
            </a:r>
            <a:r>
              <a:rPr lang="pt-BR"/>
              <a:t>datawarehouse</a:t>
            </a:r>
            <a:r>
              <a:rPr lang="pt-BR"/>
              <a:t> é composto de dados integrados, o que quer dizer que “uma limpeza” preliminar dos dados é necessária, com vista a uma racionalização e normalização (porque os dados podem vir de fontes diferentes, tais como, arquivos e banco de dados diversos</a:t>
            </a:r>
            <a:r>
              <a:rPr lang="pt-B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13311759" name="Título 1"/>
          <p:cNvSpPr>
            <a:spLocks noGrp="1"/>
          </p:cNvSpPr>
          <p:nvPr>
            <p:ph type="title"/>
          </p:nvPr>
        </p:nvSpPr>
        <p:spPr bwMode="auto"/>
        <p:txBody>
          <a:bodyPr/>
          <a:lstStyle/>
          <a:p>
            <a:pPr>
              <a:defRPr/>
            </a:pPr>
            <a:r>
              <a:rPr lang="pt-BR"/>
              <a:t>Datawarehouses</a:t>
            </a:r>
            <a:endParaRPr/>
          </a:p>
        </p:txBody>
      </p:sp>
      <p:sp>
        <p:nvSpPr>
          <p:cNvPr id="231727146" name="Espaço Reservado para Conteúdo 2"/>
          <p:cNvSpPr>
            <a:spLocks noGrp="1"/>
          </p:cNvSpPr>
          <p:nvPr>
            <p:ph idx="1"/>
          </p:nvPr>
        </p:nvSpPr>
        <p:spPr bwMode="auto"/>
        <p:txBody>
          <a:bodyPr/>
          <a:lstStyle/>
          <a:p>
            <a:pPr>
              <a:defRPr/>
            </a:pPr>
            <a:r>
              <a:rPr lang="pt-BR"/>
              <a:t> Os dados do </a:t>
            </a:r>
            <a:r>
              <a:rPr lang="pt-BR"/>
              <a:t>datawarehouse</a:t>
            </a:r>
            <a:r>
              <a:rPr lang="pt-BR"/>
              <a:t> são não voláteis o que significa que um dado entrando  no armazém fica assim para sempre e não deve ser deletado; só há inserção de novos dados, mas não há atualização ou deleção (senão, não seria possível manter o histórico); </a:t>
            </a:r>
            <a:endParaRPr lang="pt-BR"/>
          </a:p>
          <a:p>
            <a:pPr>
              <a:defRPr/>
            </a:pPr>
            <a:r>
              <a:rPr lang="pt-BR"/>
              <a:t>Os </a:t>
            </a:r>
            <a:r>
              <a:rPr lang="pt-BR"/>
              <a:t>dados do </a:t>
            </a:r>
            <a:r>
              <a:rPr lang="pt-BR"/>
              <a:t>datawarehouse</a:t>
            </a:r>
            <a:r>
              <a:rPr lang="pt-BR"/>
              <a:t> devem ter um histórico, logo, eles devem ser datados.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1080524" name="Título 1"/>
          <p:cNvSpPr>
            <a:spLocks noGrp="1"/>
          </p:cNvSpPr>
          <p:nvPr>
            <p:ph type="title"/>
          </p:nvPr>
        </p:nvSpPr>
        <p:spPr bwMode="auto"/>
        <p:txBody>
          <a:bodyPr/>
          <a:lstStyle/>
          <a:p>
            <a:pPr>
              <a:defRPr/>
            </a:pPr>
            <a:r>
              <a:rPr lang="pt-BR"/>
              <a:t>Para que fazer uso de um datawarehouse?</a:t>
            </a:r>
            <a:endParaRPr/>
          </a:p>
        </p:txBody>
      </p:sp>
      <p:sp>
        <p:nvSpPr>
          <p:cNvPr id="1318133334" name="Espaço Reservado para Conteúdo 2"/>
          <p:cNvSpPr>
            <a:spLocks noGrp="1"/>
          </p:cNvSpPr>
          <p:nvPr>
            <p:ph idx="1"/>
          </p:nvPr>
        </p:nvSpPr>
        <p:spPr bwMode="auto"/>
        <p:txBody>
          <a:bodyPr/>
          <a:lstStyle/>
          <a:p>
            <a:pPr>
              <a:defRPr/>
            </a:pPr>
            <a:r>
              <a:rPr lang="pt-BR"/>
              <a:t>Os sistemas de informação disponíveis foram concebidos e implantados para atender ao nível operacional. </a:t>
            </a:r>
            <a:endParaRPr/>
          </a:p>
          <a:p>
            <a:pPr>
              <a:defRPr/>
            </a:pPr>
            <a:r>
              <a:rPr lang="pt-BR"/>
              <a:t>Ou seja, para agilizar procedimentos administrativos das organizações, sendo mantidos por áreas estanques e independentes.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5639241" name="Título 1"/>
          <p:cNvSpPr>
            <a:spLocks noGrp="1"/>
          </p:cNvSpPr>
          <p:nvPr>
            <p:ph type="title"/>
          </p:nvPr>
        </p:nvSpPr>
        <p:spPr bwMode="auto"/>
        <p:txBody>
          <a:bodyPr/>
          <a:lstStyle/>
          <a:p>
            <a:pPr>
              <a:defRPr/>
            </a:pPr>
            <a:r>
              <a:rPr lang="pt-BR"/>
              <a:t>E como os dados do datawarehouse são manipulados? </a:t>
            </a:r>
            <a:endParaRPr/>
          </a:p>
        </p:txBody>
      </p:sp>
      <p:sp>
        <p:nvSpPr>
          <p:cNvPr id="121500597" name="Espaço Reservado para Conteúdo 2"/>
          <p:cNvSpPr>
            <a:spLocks noGrp="1"/>
          </p:cNvSpPr>
          <p:nvPr>
            <p:ph idx="1"/>
          </p:nvPr>
        </p:nvSpPr>
        <p:spPr bwMode="auto"/>
        <p:txBody>
          <a:bodyPr>
            <a:normAutofit/>
          </a:bodyPr>
          <a:lstStyle/>
          <a:p>
            <a:pPr>
              <a:defRPr/>
            </a:pPr>
            <a:r>
              <a:rPr lang="pt-BR"/>
              <a:t>Será que se usa SQL também, tal qual nos bancos de dados relacionais?</a:t>
            </a:r>
            <a:endParaRPr/>
          </a:p>
          <a:p>
            <a:pPr>
              <a:defRPr/>
            </a:pPr>
            <a:r>
              <a:rPr lang="pt-BR"/>
              <a:t>Não. Para acessar e manipular os dados em um datawarehouse são usadas ferramentas OLAP (do inglês, Online Analytical  Processing). </a:t>
            </a:r>
            <a:endParaRPr/>
          </a:p>
          <a:p>
            <a:pPr>
              <a:defRPr/>
            </a:pPr>
            <a:r>
              <a:rPr lang="pt-BR"/>
              <a:t>Essas ferramentas são capazes de navegar pelos dados de um DataWarehouse, possuindo uma estrutura adequada tanto para a realização de pesquisas, quanto para a apresentação de informações.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6403773" name="Título 1"/>
          <p:cNvSpPr>
            <a:spLocks noGrp="1"/>
          </p:cNvSpPr>
          <p:nvPr>
            <p:ph type="title"/>
          </p:nvPr>
        </p:nvSpPr>
        <p:spPr bwMode="auto"/>
        <p:txBody>
          <a:bodyPr/>
          <a:lstStyle/>
          <a:p>
            <a:pPr>
              <a:defRPr/>
            </a:pPr>
            <a:r>
              <a:rPr lang="pt-BR"/>
              <a:t>Banco de Dados Temporal (BDT)</a:t>
            </a:r>
            <a:endParaRPr/>
          </a:p>
        </p:txBody>
      </p:sp>
      <p:sp>
        <p:nvSpPr>
          <p:cNvPr id="1504576340" name="Espaço Reservado para Conteúdo 2"/>
          <p:cNvSpPr>
            <a:spLocks noGrp="1"/>
          </p:cNvSpPr>
          <p:nvPr>
            <p:ph idx="1"/>
          </p:nvPr>
        </p:nvSpPr>
        <p:spPr bwMode="auto"/>
        <p:txBody>
          <a:bodyPr/>
          <a:lstStyle/>
          <a:p>
            <a:pPr>
              <a:defRPr/>
            </a:pPr>
            <a:r>
              <a:rPr lang="pt-BR"/>
              <a:t>Segundo Edelweiss (1998), bancos de dados temporais permitem armazenar e recuperar todos os estados de um objeto, registrando sua evolução ao longo do tempo. </a:t>
            </a:r>
            <a:endParaRPr/>
          </a:p>
          <a:p>
            <a:pPr>
              <a:defRPr/>
            </a:pPr>
            <a:r>
              <a:rPr lang="pt-BR"/>
              <a:t>As informações relativas ao tempo são associadas aos dados de forma implícita (através do tempo de transação e do tempo de validade) ou de forma explícita (através de um tempo definido pelo usuário).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3653831" name="Título 1"/>
          <p:cNvSpPr>
            <a:spLocks noGrp="1"/>
          </p:cNvSpPr>
          <p:nvPr>
            <p:ph type="title"/>
          </p:nvPr>
        </p:nvSpPr>
        <p:spPr bwMode="auto"/>
        <p:txBody>
          <a:bodyPr/>
          <a:lstStyle/>
          <a:p>
            <a:pPr>
              <a:defRPr/>
            </a:pPr>
            <a:r>
              <a:rPr lang="pt-BR"/>
              <a:t>Por que armazenar o tempo é importante?</a:t>
            </a:r>
            <a:endParaRPr/>
          </a:p>
        </p:txBody>
      </p:sp>
      <p:sp>
        <p:nvSpPr>
          <p:cNvPr id="1713588531" name="Espaço Reservado para Conteúdo 2"/>
          <p:cNvSpPr>
            <a:spLocks noGrp="1"/>
          </p:cNvSpPr>
          <p:nvPr>
            <p:ph idx="1"/>
          </p:nvPr>
        </p:nvSpPr>
        <p:spPr bwMode="auto"/>
        <p:txBody>
          <a:bodyPr/>
          <a:lstStyle/>
          <a:p>
            <a:pPr>
              <a:defRPr/>
            </a:pPr>
            <a:r>
              <a:rPr lang="pt-BR"/>
              <a:t>Normalmente, em aplicações do mundo real estão presentes informações temporais que são relevantes na especificação de sistemas, para saber quais informações tiveram, têm ou terão seus valores alterados. </a:t>
            </a:r>
            <a:endParaRPr/>
          </a:p>
          <a:p>
            <a:pPr>
              <a:defRPr/>
            </a:pPr>
            <a:r>
              <a:rPr lang="pt-BR"/>
              <a:t>Com a inclusão de uma dimensão tempo é possível identificar quando uma informação foi definida e por quanto tempo ela é válida.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1622723" name="Título 1"/>
          <p:cNvSpPr>
            <a:spLocks noGrp="1"/>
          </p:cNvSpPr>
          <p:nvPr>
            <p:ph type="title"/>
          </p:nvPr>
        </p:nvSpPr>
        <p:spPr bwMode="auto"/>
        <p:txBody>
          <a:bodyPr/>
          <a:lstStyle/>
          <a:p>
            <a:pPr>
              <a:defRPr/>
            </a:pPr>
            <a:r>
              <a:rPr lang="pt-BR"/>
              <a:t>Como se inclui essa dimensão temporal no BD? </a:t>
            </a:r>
            <a:endParaRPr/>
          </a:p>
        </p:txBody>
      </p:sp>
      <p:sp>
        <p:nvSpPr>
          <p:cNvPr id="1092703590" name="Espaço Reservado para Conteúdo 2"/>
          <p:cNvSpPr>
            <a:spLocks noGrp="1"/>
          </p:cNvSpPr>
          <p:nvPr>
            <p:ph idx="1"/>
          </p:nvPr>
        </p:nvSpPr>
        <p:spPr bwMode="auto"/>
        <p:txBody>
          <a:bodyPr/>
          <a:lstStyle/>
          <a:p>
            <a:pPr>
              <a:defRPr/>
            </a:pPr>
            <a:r>
              <a:rPr lang="pt-BR"/>
              <a:t>Informações temporais são representadas em BDs através de datas, períodos, intervalos temporais e duração da validade de informações. </a:t>
            </a:r>
            <a:endParaRPr/>
          </a:p>
          <a:p>
            <a:pPr>
              <a:defRPr/>
            </a:pPr>
            <a:r>
              <a:rPr lang="pt-BR"/>
              <a:t>A associação entre as informações temporais e os dados, ou simplesmente a inserção do quesito tempo a um dado, é possível através do acréscimo de uma dimensão (uma tabela ou um atributo) temporal ao banco de dados.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3328670" name="Título 1"/>
          <p:cNvSpPr>
            <a:spLocks noGrp="1"/>
          </p:cNvSpPr>
          <p:nvPr>
            <p:ph type="title"/>
          </p:nvPr>
        </p:nvSpPr>
        <p:spPr bwMode="auto"/>
        <p:txBody>
          <a:bodyPr/>
          <a:lstStyle/>
          <a:p>
            <a:pPr>
              <a:defRPr/>
            </a:pPr>
            <a:r>
              <a:rPr lang="pt-BR"/>
              <a:t>O que mais há por aí?</a:t>
            </a:r>
            <a:endParaRPr/>
          </a:p>
        </p:txBody>
      </p:sp>
      <p:sp>
        <p:nvSpPr>
          <p:cNvPr id="111812672" name="Espaço Reservado para Conteúdo 2"/>
          <p:cNvSpPr>
            <a:spLocks noGrp="1"/>
          </p:cNvSpPr>
          <p:nvPr>
            <p:ph idx="1"/>
          </p:nvPr>
        </p:nvSpPr>
        <p:spPr bwMode="auto"/>
        <p:txBody>
          <a:bodyPr>
            <a:normAutofit/>
          </a:bodyPr>
          <a:lstStyle/>
          <a:p>
            <a:pPr>
              <a:defRPr/>
            </a:pPr>
            <a:r>
              <a:rPr lang="pt-BR"/>
              <a:t>Bancos de Dados Biológicos</a:t>
            </a:r>
            <a:endParaRPr/>
          </a:p>
          <a:p>
            <a:pPr>
              <a:defRPr/>
            </a:pPr>
            <a:r>
              <a:rPr lang="pt-BR"/>
              <a:t>Os objetivos destes bancos variam e podem ser utilizados para armazenar e disponibilizar biosequências, funções moleculares, estruturas de proteínas, modelos metabólicos, entre outros, oferecendo em alguns casos informações mais amplas. </a:t>
            </a:r>
            <a:endParaRPr/>
          </a:p>
          <a:p>
            <a:pPr>
              <a:defRPr/>
            </a:pPr>
            <a:r>
              <a:rPr lang="pt-BR"/>
              <a:t>Em alguns casos, as informações biológicas são obtidas por análise computacional de outros bancos de dados; já em outros, através da literatura ou informações especificadas (preenchidas no BD) por pesquisadores.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774071" name="Título 1"/>
          <p:cNvSpPr>
            <a:spLocks noGrp="1"/>
          </p:cNvSpPr>
          <p:nvPr>
            <p:ph type="title"/>
          </p:nvPr>
        </p:nvSpPr>
        <p:spPr bwMode="auto"/>
        <p:txBody>
          <a:bodyPr/>
          <a:lstStyle/>
          <a:p>
            <a:pPr>
              <a:defRPr/>
            </a:pPr>
            <a:r>
              <a:rPr lang="pt-BR"/>
              <a:t>Banco de Dados XML</a:t>
            </a:r>
            <a:endParaRPr/>
          </a:p>
        </p:txBody>
      </p:sp>
      <p:sp>
        <p:nvSpPr>
          <p:cNvPr id="48983796" name="Espaço Reservado para Conteúdo 2"/>
          <p:cNvSpPr>
            <a:spLocks noGrp="1"/>
          </p:cNvSpPr>
          <p:nvPr>
            <p:ph idx="1"/>
          </p:nvPr>
        </p:nvSpPr>
        <p:spPr bwMode="auto"/>
        <p:txBody>
          <a:bodyPr>
            <a:normAutofit/>
          </a:bodyPr>
          <a:lstStyle/>
          <a:p>
            <a:pPr>
              <a:defRPr/>
            </a:pPr>
            <a:r>
              <a:rPr lang="pt-BR"/>
              <a:t>XML (eXtensible Markup Language) é uma linguagem de marcação de dados13, utilizada para troca, compartilhamento e armazenamento de dados. </a:t>
            </a:r>
            <a:endParaRPr/>
          </a:p>
          <a:p>
            <a:pPr>
              <a:defRPr/>
            </a:pPr>
            <a:r>
              <a:rPr lang="pt-BR"/>
              <a:t>Na verdade, é uma linguagem que vem se tornando um padrão para representação e transferência de dados. </a:t>
            </a:r>
            <a:endParaRPr/>
          </a:p>
          <a:p>
            <a:pPr>
              <a:defRPr/>
            </a:pPr>
            <a:r>
              <a:rPr lang="pt-BR"/>
              <a:t>É um padrão aberto desenvolvido pela W3C (World Wide Web Consortium), que é responsável pela definição de padrões para a Web. É um consórcio formado pela academia e pela indústria. Os dados no formato XML são descritos em um documento XML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918199" name="Título 1"/>
          <p:cNvSpPr>
            <a:spLocks noGrp="1"/>
          </p:cNvSpPr>
          <p:nvPr>
            <p:ph type="title"/>
          </p:nvPr>
        </p:nvSpPr>
        <p:spPr bwMode="auto">
          <a:xfrm>
            <a:off x="838198" y="365124"/>
            <a:ext cx="10515600" cy="475820"/>
          </a:xfrm>
        </p:spPr>
        <p:txBody>
          <a:bodyPr vertOverflow="overflow" horzOverflow="overflow" vert="horz" wrap="square" lIns="91440" tIns="45720" rIns="91440" bIns="45720" numCol="1" spcCol="0" rtlCol="0" fromWordArt="0" anchor="ctr" anchorCtr="0" forceAA="0" compatLnSpc="0">
            <a:normAutofit fontScale="90000"/>
          </a:bodyPr>
          <a:lstStyle/>
          <a:p>
            <a:pPr>
              <a:defRPr/>
            </a:pPr>
            <a:r>
              <a:rPr lang="pt-BR"/>
              <a:t>Exemplo</a:t>
            </a:r>
            <a:endParaRPr/>
          </a:p>
        </p:txBody>
      </p:sp>
      <p:sp>
        <p:nvSpPr>
          <p:cNvPr id="2054438937" name="Espaço Reservado para Conteúdo 2"/>
          <p:cNvSpPr>
            <a:spLocks noGrp="1"/>
          </p:cNvSpPr>
          <p:nvPr>
            <p:ph idx="1"/>
          </p:nvPr>
        </p:nvSpPr>
        <p:spPr bwMode="auto">
          <a:xfrm>
            <a:off x="838198" y="909594"/>
            <a:ext cx="10515600" cy="5267368"/>
          </a:xfrm>
        </p:spPr>
        <p:txBody>
          <a:bodyPr vertOverflow="overflow" horzOverflow="overflow" vert="horz" wrap="square" lIns="91440" tIns="45720" rIns="91440" bIns="45720" numCol="1" spcCol="0" rtlCol="0" fromWordArt="0" anchor="t" anchorCtr="0" forceAA="0" compatLnSpc="0">
            <a:normAutofit fontScale="35000" lnSpcReduction="20000"/>
          </a:bodyPr>
          <a:lstStyle/>
          <a:p>
            <a:pPr>
              <a:defRPr/>
            </a:pPr>
            <a:r>
              <a:rPr lang="pt-BR" b="1"/>
              <a:t>&lt;?</a:t>
            </a:r>
            <a:r>
              <a:rPr lang="pt-BR" b="1"/>
              <a:t>xml</a:t>
            </a:r>
            <a:r>
              <a:rPr lang="pt-BR" b="1"/>
              <a:t> </a:t>
            </a:r>
            <a:r>
              <a:rPr lang="pt-BR" b="1"/>
              <a:t>version</a:t>
            </a:r>
            <a:r>
              <a:rPr lang="pt-BR" b="1"/>
              <a:t>=”1.0” </a:t>
            </a:r>
            <a:r>
              <a:rPr lang="pt-BR" b="1"/>
              <a:t>encoding</a:t>
            </a:r>
            <a:r>
              <a:rPr lang="pt-BR" b="1"/>
              <a:t>=”UTF-8”?&gt; </a:t>
            </a:r>
            <a:endParaRPr b="1"/>
          </a:p>
          <a:p>
            <a:pPr>
              <a:defRPr/>
            </a:pPr>
            <a:r>
              <a:rPr lang="pt-BR" b="1"/>
              <a:t>&lt;ficha&gt; </a:t>
            </a:r>
            <a:endParaRPr b="1"/>
          </a:p>
          <a:p>
            <a:pPr>
              <a:defRPr/>
            </a:pPr>
            <a:r>
              <a:rPr lang="pt-BR" b="1"/>
              <a:t> &lt;</a:t>
            </a:r>
            <a:r>
              <a:rPr lang="pt-BR" b="1"/>
              <a:t>InformacaoPessoal</a:t>
            </a:r>
            <a:r>
              <a:rPr lang="pt-BR" b="1"/>
              <a:t>&gt; </a:t>
            </a:r>
            <a:endParaRPr b="1"/>
          </a:p>
          <a:p>
            <a:pPr>
              <a:defRPr/>
            </a:pPr>
            <a:r>
              <a:rPr lang="pt-BR" b="1"/>
              <a:t> &lt;</a:t>
            </a:r>
            <a:r>
              <a:rPr lang="pt-BR" b="1"/>
              <a:t>DataNascimento</a:t>
            </a:r>
            <a:r>
              <a:rPr lang="pt-BR" b="1"/>
              <a:t>&gt;10/10/1970&lt;/</a:t>
            </a:r>
            <a:r>
              <a:rPr lang="pt-BR" b="1"/>
              <a:t>DataNascimento</a:t>
            </a:r>
            <a:r>
              <a:rPr lang="pt-BR" b="1"/>
              <a:t>&gt; </a:t>
            </a:r>
            <a:endParaRPr b="1"/>
          </a:p>
          <a:p>
            <a:pPr>
              <a:defRPr/>
            </a:pPr>
            <a:r>
              <a:rPr lang="pt-BR" b="1"/>
              <a:t> &lt;</a:t>
            </a:r>
            <a:r>
              <a:rPr lang="pt-BR" b="1"/>
              <a:t>Nomecompleto</a:t>
            </a:r>
            <a:r>
              <a:rPr lang="pt-BR" b="1"/>
              <a:t>&gt; Jéssica Soares &lt;/</a:t>
            </a:r>
            <a:r>
              <a:rPr lang="pt-BR" b="1"/>
              <a:t>Nomecompleto</a:t>
            </a:r>
            <a:r>
              <a:rPr lang="pt-BR" b="1"/>
              <a:t>&gt; </a:t>
            </a:r>
            <a:endParaRPr b="1"/>
          </a:p>
          <a:p>
            <a:pPr>
              <a:defRPr/>
            </a:pPr>
            <a:r>
              <a:rPr lang="pt-BR" b="1"/>
              <a:t> &lt;Contatos&gt; </a:t>
            </a:r>
            <a:endParaRPr b="1"/>
          </a:p>
          <a:p>
            <a:pPr>
              <a:defRPr/>
            </a:pPr>
            <a:r>
              <a:rPr lang="pt-BR" b="1"/>
              <a:t> &lt;</a:t>
            </a:r>
            <a:r>
              <a:rPr lang="pt-BR" b="1"/>
              <a:t>Endereco</a:t>
            </a:r>
            <a:r>
              <a:rPr lang="pt-BR" b="1"/>
              <a:t>&gt; </a:t>
            </a:r>
            <a:endParaRPr b="1"/>
          </a:p>
          <a:p>
            <a:pPr>
              <a:defRPr/>
            </a:pPr>
            <a:r>
              <a:rPr lang="pt-BR" b="1"/>
              <a:t> &lt;Rua&gt;R. das Flores&lt;/Rua&gt; </a:t>
            </a:r>
            <a:endParaRPr b="1"/>
          </a:p>
          <a:p>
            <a:pPr>
              <a:defRPr/>
            </a:pPr>
            <a:r>
              <a:rPr lang="pt-BR" b="1"/>
              <a:t> &lt;Num&gt;45&lt;/Num&gt; </a:t>
            </a:r>
            <a:endParaRPr b="1"/>
          </a:p>
          <a:p>
            <a:pPr>
              <a:defRPr/>
            </a:pPr>
            <a:r>
              <a:rPr lang="pt-BR" b="1"/>
              <a:t> &lt;Cidade&gt;Recife&lt;/Cidade&gt; </a:t>
            </a:r>
            <a:endParaRPr b="1"/>
          </a:p>
          <a:p>
            <a:pPr>
              <a:defRPr/>
            </a:pPr>
            <a:r>
              <a:rPr lang="pt-BR" b="1"/>
              <a:t> &lt;Estado&gt;PE&lt;/Estado&gt; </a:t>
            </a:r>
            <a:endParaRPr b="1"/>
          </a:p>
          <a:p>
            <a:pPr>
              <a:defRPr/>
            </a:pPr>
            <a:r>
              <a:rPr lang="pt-BR" b="1"/>
              <a:t> &lt;Pais&gt;Brasil&lt;/Pais&gt; </a:t>
            </a:r>
            <a:endParaRPr b="1"/>
          </a:p>
          <a:p>
            <a:pPr>
              <a:defRPr/>
            </a:pPr>
            <a:r>
              <a:rPr lang="pt-BR" b="1"/>
              <a:t> &lt;/</a:t>
            </a:r>
            <a:r>
              <a:rPr lang="pt-BR" b="1"/>
              <a:t>Endereco</a:t>
            </a:r>
            <a:r>
              <a:rPr lang="pt-BR" b="1"/>
              <a:t>&gt; </a:t>
            </a:r>
            <a:endParaRPr b="1"/>
          </a:p>
          <a:p>
            <a:pPr>
              <a:defRPr/>
            </a:pPr>
            <a:r>
              <a:rPr lang="pt-BR" b="1"/>
              <a:t> &lt;Telefone&gt;9999-9999&lt;/Telefone&gt; </a:t>
            </a:r>
            <a:endParaRPr b="1"/>
          </a:p>
          <a:p>
            <a:pPr>
              <a:defRPr/>
            </a:pPr>
            <a:r>
              <a:rPr lang="pt-BR" b="1"/>
              <a:t> &lt;</a:t>
            </a:r>
            <a:r>
              <a:rPr lang="pt-BR" b="1"/>
              <a:t>CorreioEletronico</a:t>
            </a:r>
            <a:r>
              <a:rPr lang="pt-BR" b="1"/>
              <a:t>&gt;</a:t>
            </a:r>
            <a:r>
              <a:rPr lang="pt-BR" b="1"/>
              <a:t>jessica@email.com</a:t>
            </a:r>
            <a:r>
              <a:rPr lang="pt-BR" b="1"/>
              <a:t>&lt;/</a:t>
            </a:r>
            <a:r>
              <a:rPr lang="pt-BR" b="1"/>
              <a:t>CorreioEletronico</a:t>
            </a:r>
            <a:r>
              <a:rPr lang="pt-BR" b="1"/>
              <a:t>&gt; </a:t>
            </a:r>
            <a:endParaRPr b="1"/>
          </a:p>
          <a:p>
            <a:pPr>
              <a:defRPr/>
            </a:pPr>
            <a:r>
              <a:rPr lang="pt-BR" b="1"/>
              <a:t> &lt;/Contatos&gt; </a:t>
            </a:r>
            <a:endParaRPr b="1"/>
          </a:p>
          <a:p>
            <a:pPr>
              <a:defRPr/>
            </a:pPr>
            <a:r>
              <a:rPr lang="pt-BR" b="1"/>
              <a:t> &lt;Nacionalidade&gt;Brasileira&lt;/Nacionalidade&gt; </a:t>
            </a:r>
            <a:endParaRPr b="1"/>
          </a:p>
          <a:p>
            <a:pPr>
              <a:defRPr/>
            </a:pPr>
            <a:r>
              <a:rPr lang="pt-BR" b="1"/>
              <a:t> &lt;Sexo&gt;</a:t>
            </a:r>
            <a:r>
              <a:rPr lang="pt-BR" b="1"/>
              <a:t>F</a:t>
            </a:r>
            <a:r>
              <a:rPr lang="pt-BR" b="1"/>
              <a:t>&lt;/Sexo&gt; </a:t>
            </a:r>
            <a:endParaRPr b="1"/>
          </a:p>
          <a:p>
            <a:pPr>
              <a:defRPr/>
            </a:pPr>
            <a:r>
              <a:rPr lang="pt-BR" b="1"/>
              <a:t> &lt;</a:t>
            </a:r>
            <a:r>
              <a:rPr lang="pt-BR" b="1"/>
              <a:t>Profissao</a:t>
            </a:r>
            <a:r>
              <a:rPr lang="pt-BR" b="1"/>
              <a:t>&gt;Professora&lt;/</a:t>
            </a:r>
            <a:r>
              <a:rPr lang="pt-BR" b="1"/>
              <a:t>Profissao</a:t>
            </a:r>
            <a:r>
              <a:rPr lang="pt-BR" b="1"/>
              <a:t>&gt; </a:t>
            </a:r>
            <a:endParaRPr b="1"/>
          </a:p>
          <a:p>
            <a:pPr>
              <a:defRPr/>
            </a:pPr>
            <a:r>
              <a:rPr lang="pt-BR" b="1"/>
              <a:t> &lt;/</a:t>
            </a:r>
            <a:r>
              <a:rPr lang="pt-BR" b="1"/>
              <a:t>InformacaoPessoal</a:t>
            </a:r>
            <a:r>
              <a:rPr lang="pt-BR" b="1"/>
              <a:t>&gt; </a:t>
            </a:r>
            <a:endParaRPr b="1"/>
          </a:p>
          <a:p>
            <a:pPr>
              <a:defRPr/>
            </a:pPr>
            <a:r>
              <a:rPr lang="pt-BR" b="1"/>
              <a:t>&lt;/ficha&gt;</a:t>
            </a:r>
            <a:endParaRPr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72829209" name="Título 1"/>
          <p:cNvSpPr>
            <a:spLocks noGrp="1"/>
          </p:cNvSpPr>
          <p:nvPr>
            <p:ph type="title"/>
          </p:nvPr>
        </p:nvSpPr>
        <p:spPr bwMode="auto"/>
        <p:txBody>
          <a:bodyPr/>
          <a:lstStyle/>
          <a:p>
            <a:pPr>
              <a:defRPr/>
            </a:pPr>
            <a:r>
              <a:rPr lang="pt-BR"/>
              <a:t>Mas qual a vantagem de usar um banco de dados XML?</a:t>
            </a:r>
            <a:endParaRPr/>
          </a:p>
        </p:txBody>
      </p:sp>
      <p:sp>
        <p:nvSpPr>
          <p:cNvPr id="1673416054" name="Espaço Reservado para Conteúdo 2"/>
          <p:cNvSpPr>
            <a:spLocks noGrp="1"/>
          </p:cNvSpPr>
          <p:nvPr>
            <p:ph idx="1"/>
          </p:nvPr>
        </p:nvSpPr>
        <p:spPr bwMode="auto"/>
        <p:txBody>
          <a:bodyPr/>
          <a:lstStyle/>
          <a:p>
            <a:pPr>
              <a:defRPr/>
            </a:pPr>
            <a:r>
              <a:rPr lang="pt-BR"/>
              <a:t>Devido ao aumento de fluxo de dados entre bancos de dados tradicionais e documentos XML nos sistemas de informação atuais, fazer uso de banco de dados XML trás uma maior eficiência (e facilidade) para converter e armazenar dados em XML. </a:t>
            </a:r>
            <a:endParaRPr/>
          </a:p>
          <a:p>
            <a:pPr>
              <a:defRPr/>
            </a:pPr>
            <a:r>
              <a:rPr lang="pt-BR"/>
              <a:t>Além de melhorar bastante o tempo de resposta das consultas.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1268884" name="Título 1"/>
          <p:cNvSpPr>
            <a:spLocks noGrp="1"/>
          </p:cNvSpPr>
          <p:nvPr>
            <p:ph type="title"/>
          </p:nvPr>
        </p:nvSpPr>
        <p:spPr bwMode="auto"/>
        <p:txBody>
          <a:bodyPr/>
          <a:lstStyle/>
          <a:p>
            <a:pPr>
              <a:defRPr/>
            </a:pPr>
            <a:r>
              <a:rPr sz="4800" b="1"/>
              <a:t>Dado</a:t>
            </a:r>
            <a:r>
              <a:rPr sz="4800" b="1" spc="-4"/>
              <a:t> </a:t>
            </a:r>
            <a:r>
              <a:rPr sz="4800" b="1"/>
              <a:t>BD</a:t>
            </a:r>
            <a:r>
              <a:rPr sz="4800" b="1" spc="-9"/>
              <a:t> </a:t>
            </a:r>
            <a:r>
              <a:rPr sz="4800" b="1"/>
              <a:t>x</a:t>
            </a:r>
            <a:r>
              <a:rPr sz="4800" b="1" spc="-9"/>
              <a:t> </a:t>
            </a:r>
            <a:r>
              <a:rPr sz="4800" b="1"/>
              <a:t>Dado</a:t>
            </a:r>
            <a:r>
              <a:rPr sz="4800" b="1" spc="-4"/>
              <a:t> </a:t>
            </a:r>
            <a:r>
              <a:rPr sz="4800" b="1" spc="-23"/>
              <a:t>XML</a:t>
            </a:r>
            <a:endParaRPr/>
          </a:p>
        </p:txBody>
      </p:sp>
      <p:sp>
        <p:nvSpPr>
          <p:cNvPr id="1615601358" name="Espaço Reservado para Conteúdo 2"/>
          <p:cNvSpPr>
            <a:spLocks noGrp="1"/>
          </p:cNvSpPr>
          <p:nvPr>
            <p:ph idx="1"/>
          </p:nvPr>
        </p:nvSpPr>
        <p:spPr bwMode="auto"/>
        <p:txBody>
          <a:bodyPr/>
          <a:lstStyle/>
          <a:p>
            <a:pPr>
              <a:defRPr/>
            </a:pPr>
            <a:endParaRPr/>
          </a:p>
        </p:txBody>
      </p:sp>
      <p:graphicFrame>
        <p:nvGraphicFramePr>
          <p:cNvPr id="377628429" name="Tabela 1592369046"/>
          <p:cNvGraphicFramePr>
            <a:graphicFrameLocks xmlns:a="http://schemas.openxmlformats.org/drawingml/2006/main"/>
          </p:cNvGraphicFramePr>
          <p:nvPr/>
        </p:nvGraphicFramePr>
        <p:xfrm rot="0">
          <a:off x="987701" y="1825624"/>
          <a:ext cx="8408275" cy="1346088"/>
        </p:xfrm>
        <a:graphic>
          <a:graphicData uri="http://schemas.openxmlformats.org/drawingml/2006/table">
            <a:tbl>
              <a:tblPr firstRow="1" firstCol="1" lastRow="1" lastCol="1" bandRow="1" bandCol="1">
                <a:tableStyleId>{5C22544A-7EE6-4342-B048-85BDC9FD1C3A}</a:tableStyleId>
              </a:tblPr>
              <a:tblGrid>
                <a:gridCol w="5523377"/>
                <a:gridCol w="4739595"/>
              </a:tblGrid>
              <a:tr h="870268">
                <a:tc>
                  <a:txBody>
                    <a:bodyPr/>
                    <a:p>
                      <a:pPr>
                        <a:spcBef>
                          <a:spcPts val="579"/>
                        </a:spcBef>
                        <a:defRPr/>
                      </a:pPr>
                      <a:r>
                        <a:rPr sz="2000" b="1">
                          <a:solidFill>
                            <a:srgbClr val="FFFFFF"/>
                          </a:solidFill>
                        </a:rPr>
                        <a:t>Dado</a:t>
                      </a:r>
                      <a:r>
                        <a:rPr sz="2000" b="1" spc="-19">
                          <a:solidFill>
                            <a:srgbClr val="FFFFFF"/>
                          </a:solidFill>
                        </a:rPr>
                        <a:t> </a:t>
                      </a:r>
                      <a:r>
                        <a:rPr sz="2000" b="1">
                          <a:solidFill>
                            <a:srgbClr val="FFFFFF"/>
                          </a:solidFill>
                        </a:rPr>
                        <a:t>de</a:t>
                      </a:r>
                      <a:r>
                        <a:rPr sz="2000" b="1" spc="-14">
                          <a:solidFill>
                            <a:srgbClr val="FFFFFF"/>
                          </a:solidFill>
                        </a:rPr>
                        <a:t> </a:t>
                      </a:r>
                      <a:r>
                        <a:rPr sz="2000" b="1">
                          <a:solidFill>
                            <a:srgbClr val="FFFFFF"/>
                          </a:solidFill>
                        </a:rPr>
                        <a:t>Banco</a:t>
                      </a:r>
                      <a:r>
                        <a:rPr sz="2000" b="1" spc="-9">
                          <a:solidFill>
                            <a:srgbClr val="FFFFFF"/>
                          </a:solidFill>
                        </a:rPr>
                        <a:t> </a:t>
                      </a:r>
                      <a:r>
                        <a:rPr sz="2000" b="1">
                          <a:solidFill>
                            <a:srgbClr val="FFFFFF"/>
                          </a:solidFill>
                        </a:rPr>
                        <a:t>de</a:t>
                      </a:r>
                      <a:r>
                        <a:rPr sz="2000" b="1" spc="-9">
                          <a:solidFill>
                            <a:srgbClr val="FFFFFF"/>
                          </a:solidFill>
                        </a:rPr>
                        <a:t> Dados</a:t>
                      </a:r>
                      <a:endParaRPr sz="2000" b="1"/>
                    </a:p>
                  </a:txBody>
                  <a:tcPr/>
                </a:tc>
                <a:tc>
                  <a:txBody>
                    <a:bodyPr/>
                    <a:p>
                      <a:pPr marL="12699">
                        <a:spcBef>
                          <a:spcPts val="579"/>
                        </a:spcBef>
                        <a:defRPr/>
                      </a:pPr>
                      <a:r>
                        <a:rPr sz="2000" b="1">
                          <a:solidFill>
                            <a:srgbClr val="FFFFFF"/>
                          </a:solidFill>
                        </a:rPr>
                        <a:t>Dado </a:t>
                      </a:r>
                      <a:r>
                        <a:rPr sz="2000" b="1" spc="-23">
                          <a:solidFill>
                            <a:srgbClr val="FFFFFF"/>
                          </a:solidFill>
                        </a:rPr>
                        <a:t>XML</a:t>
                      </a:r>
                      <a:endParaRPr sz="2000" b="1"/>
                    </a:p>
                  </a:txBody>
                  <a:tcPr/>
                </a:tc>
              </a:tr>
              <a:tr h="870268">
                <a:tc>
                  <a:txBody>
                    <a:bodyPr/>
                    <a:p>
                      <a:pPr>
                        <a:spcBef>
                          <a:spcPts val="579"/>
                        </a:spcBef>
                        <a:defRPr/>
                      </a:pPr>
                      <a:r>
                        <a:rPr sz="2000" spc="-9"/>
                        <a:t>Representação</a:t>
                      </a:r>
                      <a:r>
                        <a:rPr sz="2000" spc="34"/>
                        <a:t> </a:t>
                      </a:r>
                      <a:r>
                        <a:rPr sz="2000" spc="-9"/>
                        <a:t>homogênea</a:t>
                      </a:r>
                      <a:endParaRPr sz="2000"/>
                    </a:p>
                  </a:txBody>
                  <a:tcPr/>
                </a:tc>
                <a:tc>
                  <a:txBody>
                    <a:bodyPr/>
                    <a:p>
                      <a:pPr marL="12699" marR="634">
                        <a:spcBef>
                          <a:spcPts val="579"/>
                        </a:spcBef>
                        <a:defRPr/>
                      </a:pPr>
                      <a:r>
                        <a:rPr sz="2000" spc="-9"/>
                        <a:t>Representação</a:t>
                      </a:r>
                      <a:r>
                        <a:rPr sz="2000" spc="34"/>
                        <a:t> </a:t>
                      </a:r>
                      <a:r>
                        <a:rPr sz="2000" spc="-9"/>
                        <a:t>heterogênea</a:t>
                      </a:r>
                      <a:endParaRPr sz="2000"/>
                    </a:p>
                  </a:txBody>
                  <a:tcPr/>
                </a:tc>
              </a:tr>
              <a:tr h="870268">
                <a:tc>
                  <a:txBody>
                    <a:bodyPr/>
                    <a:p>
                      <a:pPr>
                        <a:spcBef>
                          <a:spcPts val="579"/>
                        </a:spcBef>
                        <a:defRPr/>
                      </a:pPr>
                      <a:r>
                        <a:rPr sz="2000"/>
                        <a:t>Esquema</a:t>
                      </a:r>
                      <a:r>
                        <a:rPr sz="2000" spc="-28"/>
                        <a:t> </a:t>
                      </a:r>
                      <a:r>
                        <a:rPr sz="2000"/>
                        <a:t>independente</a:t>
                      </a:r>
                      <a:r>
                        <a:rPr sz="2000" spc="-28"/>
                        <a:t> </a:t>
                      </a:r>
                      <a:r>
                        <a:rPr sz="2000"/>
                        <a:t>dos</a:t>
                      </a:r>
                      <a:r>
                        <a:rPr sz="2000" spc="-23"/>
                        <a:t> </a:t>
                      </a:r>
                      <a:r>
                        <a:rPr sz="2000" spc="-9"/>
                        <a:t>dados</a:t>
                      </a:r>
                      <a:endParaRPr sz="2000"/>
                    </a:p>
                  </a:txBody>
                  <a:tcPr/>
                </a:tc>
                <a:tc>
                  <a:txBody>
                    <a:bodyPr/>
                    <a:p>
                      <a:pPr marL="12699" marR="634">
                        <a:spcBef>
                          <a:spcPts val="579"/>
                        </a:spcBef>
                        <a:defRPr/>
                      </a:pPr>
                      <a:r>
                        <a:rPr sz="2000" spc="-9"/>
                        <a:t>Representação</a:t>
                      </a:r>
                      <a:r>
                        <a:rPr sz="2000" spc="34"/>
                        <a:t> </a:t>
                      </a:r>
                      <a:r>
                        <a:rPr sz="2000" spc="-9"/>
                        <a:t>autodescritiva</a:t>
                      </a:r>
                      <a:endParaRPr sz="2000"/>
                    </a:p>
                  </a:txBody>
                  <a:tcPr/>
                </a:tc>
              </a:tr>
              <a:tr h="870268">
                <a:tc>
                  <a:txBody>
                    <a:bodyPr/>
                    <a:p>
                      <a:pPr>
                        <a:spcBef>
                          <a:spcPts val="574"/>
                        </a:spcBef>
                        <a:defRPr/>
                      </a:pPr>
                      <a:r>
                        <a:rPr sz="2000" spc="-9"/>
                        <a:t>Totalmente</a:t>
                      </a:r>
                      <a:r>
                        <a:rPr sz="2000" spc="-38"/>
                        <a:t> </a:t>
                      </a:r>
                      <a:r>
                        <a:rPr sz="2000" spc="-9"/>
                        <a:t>Estruturado</a:t>
                      </a:r>
                      <a:endParaRPr sz="2000"/>
                    </a:p>
                  </a:txBody>
                  <a:tcPr/>
                </a:tc>
                <a:tc>
                  <a:txBody>
                    <a:bodyPr/>
                    <a:p>
                      <a:pPr marL="12699" marR="634">
                        <a:spcBef>
                          <a:spcPts val="574"/>
                        </a:spcBef>
                        <a:defRPr/>
                      </a:pPr>
                      <a:r>
                        <a:rPr sz="2000" spc="-9"/>
                        <a:t>Estruturação</a:t>
                      </a:r>
                      <a:r>
                        <a:rPr sz="2000" spc="64"/>
                        <a:t> </a:t>
                      </a:r>
                      <a:r>
                        <a:rPr sz="2000" spc="-9"/>
                        <a:t>parcial</a:t>
                      </a:r>
                      <a:endParaRPr sz="2000"/>
                    </a:p>
                  </a:txBody>
                  <a:tcPr/>
                </a:tc>
              </a:tr>
              <a:tr h="870268">
                <a:tc>
                  <a:txBody>
                    <a:bodyPr/>
                    <a:p>
                      <a:pPr>
                        <a:spcBef>
                          <a:spcPts val="574"/>
                        </a:spcBef>
                        <a:defRPr/>
                      </a:pPr>
                      <a:r>
                        <a:rPr sz="2000"/>
                        <a:t>Esquema</a:t>
                      </a:r>
                      <a:r>
                        <a:rPr sz="2000" spc="-4"/>
                        <a:t> </a:t>
                      </a:r>
                      <a:r>
                        <a:rPr sz="2000" spc="-9"/>
                        <a:t>enxuto</a:t>
                      </a:r>
                      <a:endParaRPr sz="2000"/>
                    </a:p>
                  </a:txBody>
                  <a:tcPr/>
                </a:tc>
                <a:tc>
                  <a:txBody>
                    <a:bodyPr/>
                    <a:p>
                      <a:pPr marL="12699" marR="634">
                        <a:spcBef>
                          <a:spcPts val="574"/>
                        </a:spcBef>
                        <a:defRPr/>
                      </a:pPr>
                      <a:r>
                        <a:rPr sz="2000"/>
                        <a:t>Esquema</a:t>
                      </a:r>
                      <a:r>
                        <a:rPr sz="2000" spc="-14"/>
                        <a:t> </a:t>
                      </a:r>
                      <a:r>
                        <a:rPr sz="2000" spc="-9"/>
                        <a:t>Extenso</a:t>
                      </a:r>
                      <a:endParaRPr sz="2000"/>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3301527" name="Título 1"/>
          <p:cNvSpPr>
            <a:spLocks noGrp="1"/>
          </p:cNvSpPr>
          <p:nvPr>
            <p:ph type="title"/>
          </p:nvPr>
        </p:nvSpPr>
        <p:spPr bwMode="auto"/>
        <p:txBody>
          <a:bodyPr/>
          <a:lstStyle/>
          <a:p>
            <a:pPr>
              <a:defRPr/>
            </a:pPr>
            <a:r>
              <a:rPr lang="pt-BR"/>
              <a:t>Bancos de Dados Móveis</a:t>
            </a:r>
            <a:endParaRPr/>
          </a:p>
        </p:txBody>
      </p:sp>
      <p:sp>
        <p:nvSpPr>
          <p:cNvPr id="1268363085" name="Espaço Reservado para Conteúdo 2"/>
          <p:cNvSpPr>
            <a:spLocks noGrp="1"/>
          </p:cNvSpPr>
          <p:nvPr>
            <p:ph idx="1"/>
          </p:nvPr>
        </p:nvSpPr>
        <p:spPr bwMode="auto"/>
        <p:txBody>
          <a:bodyPr/>
          <a:lstStyle/>
          <a:p>
            <a:pPr>
              <a:defRPr/>
            </a:pPr>
            <a:r>
              <a:rPr lang="pt-BR"/>
              <a:t>Em computação móvel, uma unidade móvel está em constante mudança de lugar o que torna a localização um fator de grande importância. </a:t>
            </a:r>
            <a:endParaRPr/>
          </a:p>
          <a:p>
            <a:pPr>
              <a:defRPr/>
            </a:pPr>
            <a:r>
              <a:rPr lang="pt-BR"/>
              <a:t>Nestes sistemas, as respostas para consultas dependem de onde são originadas tornando-as significativamente diferentes de sistemas fixos sendo necessárias diferentes técnicas que devem considerar as características dos sistemas móveis.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4163649" name="Título 1"/>
          <p:cNvSpPr>
            <a:spLocks noGrp="1"/>
          </p:cNvSpPr>
          <p:nvPr>
            <p:ph type="title"/>
          </p:nvPr>
        </p:nvSpPr>
        <p:spPr bwMode="auto"/>
        <p:txBody>
          <a:bodyPr/>
          <a:lstStyle/>
          <a:p>
            <a:pPr>
              <a:defRPr/>
            </a:pPr>
            <a:endParaRPr/>
          </a:p>
        </p:txBody>
      </p:sp>
      <p:sp>
        <p:nvSpPr>
          <p:cNvPr id="1574277694" name="Espaço Reservado para Conteúdo 2"/>
          <p:cNvSpPr>
            <a:spLocks noGrp="1"/>
          </p:cNvSpPr>
          <p:nvPr>
            <p:ph idx="1"/>
          </p:nvPr>
        </p:nvSpPr>
        <p:spPr bwMode="auto"/>
        <p:txBody>
          <a:bodyPr/>
          <a:lstStyle/>
          <a:p>
            <a:pPr>
              <a:defRPr/>
            </a:pPr>
            <a:endParaRPr/>
          </a:p>
        </p:txBody>
      </p:sp>
      <p:graphicFrame>
        <p:nvGraphicFramePr>
          <p:cNvPr id="896616172" name="Tabela 1672870551"/>
          <p:cNvGraphicFramePr>
            <a:graphicFrameLocks xmlns:a="http://schemas.openxmlformats.org/drawingml/2006/main"/>
          </p:cNvGraphicFramePr>
          <p:nvPr/>
        </p:nvGraphicFramePr>
        <p:xfrm rot="0">
          <a:off x="901891" y="1879256"/>
          <a:ext cx="7491094" cy="2524759"/>
        </p:xfrm>
        <a:graphic>
          <a:graphicData uri="http://schemas.openxmlformats.org/drawingml/2006/table">
            <a:tbl>
              <a:tblPr firstRow="1" firstCol="1" lastRow="1" lastCol="1" bandRow="1" bandCol="1">
                <a:tableStyleId>{5C22544A-7EE6-4342-B048-85BDC9FD1C3A}</a:tableStyleId>
              </a:tblPr>
              <a:tblGrid>
                <a:gridCol w="5026841"/>
                <a:gridCol w="5425066"/>
              </a:tblGrid>
              <a:tr h="693903">
                <a:tc>
                  <a:txBody>
                    <a:bodyPr/>
                    <a:p>
                      <a:pPr marL="624204" algn="l">
                        <a:spcBef>
                          <a:spcPts val="669"/>
                        </a:spcBef>
                        <a:defRPr/>
                      </a:pPr>
                      <a:r>
                        <a:rPr sz="2000" b="1">
                          <a:solidFill>
                            <a:srgbClr val="FFFFFF"/>
                          </a:solidFill>
                        </a:rPr>
                        <a:t>Quando</a:t>
                      </a:r>
                      <a:r>
                        <a:rPr sz="2000" b="1" spc="-9">
                          <a:solidFill>
                            <a:srgbClr val="FFFFFF"/>
                          </a:solidFill>
                        </a:rPr>
                        <a:t> </a:t>
                      </a:r>
                      <a:r>
                        <a:rPr sz="2000" b="1">
                          <a:solidFill>
                            <a:srgbClr val="FFFFFF"/>
                          </a:solidFill>
                        </a:rPr>
                        <a:t>usar</a:t>
                      </a:r>
                      <a:r>
                        <a:rPr sz="2000" b="1" spc="-9">
                          <a:solidFill>
                            <a:srgbClr val="FFFFFF"/>
                          </a:solidFill>
                        </a:rPr>
                        <a:t> </a:t>
                      </a:r>
                      <a:r>
                        <a:rPr sz="2000" b="1" spc="-19">
                          <a:solidFill>
                            <a:srgbClr val="FFFFFF"/>
                          </a:solidFill>
                        </a:rPr>
                        <a:t>SGBD</a:t>
                      </a:r>
                      <a:endParaRPr sz="2000" b="1"/>
                    </a:p>
                  </a:txBody>
                  <a:tcPr/>
                </a:tc>
                <a:tc>
                  <a:txBody>
                    <a:bodyPr/>
                    <a:p>
                      <a:pPr marL="607058" algn="l">
                        <a:spcBef>
                          <a:spcPts val="669"/>
                        </a:spcBef>
                        <a:defRPr/>
                      </a:pPr>
                      <a:r>
                        <a:rPr sz="2000" b="1">
                          <a:solidFill>
                            <a:srgbClr val="FFFFFF"/>
                          </a:solidFill>
                        </a:rPr>
                        <a:t>Quando</a:t>
                      </a:r>
                      <a:r>
                        <a:rPr sz="2000" b="1" spc="-4">
                          <a:solidFill>
                            <a:srgbClr val="FFFFFF"/>
                          </a:solidFill>
                        </a:rPr>
                        <a:t> </a:t>
                      </a:r>
                      <a:r>
                        <a:rPr sz="2000" b="1">
                          <a:solidFill>
                            <a:srgbClr val="FFFFFF"/>
                          </a:solidFill>
                        </a:rPr>
                        <a:t>não</a:t>
                      </a:r>
                      <a:r>
                        <a:rPr sz="2000" b="1" spc="-9">
                          <a:solidFill>
                            <a:srgbClr val="FFFFFF"/>
                          </a:solidFill>
                        </a:rPr>
                        <a:t> </a:t>
                      </a:r>
                      <a:r>
                        <a:rPr sz="2000" b="1">
                          <a:solidFill>
                            <a:srgbClr val="FFFFFF"/>
                          </a:solidFill>
                        </a:rPr>
                        <a:t>usar</a:t>
                      </a:r>
                      <a:r>
                        <a:rPr sz="2000" b="1" spc="-4">
                          <a:solidFill>
                            <a:srgbClr val="FFFFFF"/>
                          </a:solidFill>
                        </a:rPr>
                        <a:t> </a:t>
                      </a:r>
                      <a:r>
                        <a:rPr sz="2000" b="1" spc="-19">
                          <a:solidFill>
                            <a:srgbClr val="FFFFFF"/>
                          </a:solidFill>
                        </a:rPr>
                        <a:t>SGBD</a:t>
                      </a:r>
                      <a:endParaRPr sz="2000" b="1"/>
                    </a:p>
                  </a:txBody>
                  <a:tcPr/>
                </a:tc>
              </a:tr>
              <a:tr h="3536570">
                <a:tc>
                  <a:txBody>
                    <a:bodyPr/>
                    <a:p>
                      <a:pPr marL="86359" algn="l">
                        <a:spcBef>
                          <a:spcPts val="504"/>
                        </a:spcBef>
                        <a:defRPr/>
                      </a:pPr>
                      <a:r>
                        <a:rPr sz="2000"/>
                        <a:t>Quando</a:t>
                      </a:r>
                      <a:r>
                        <a:rPr sz="2000" spc="-19"/>
                        <a:t> </a:t>
                      </a:r>
                      <a:r>
                        <a:rPr sz="2000"/>
                        <a:t>desejar</a:t>
                      </a:r>
                      <a:r>
                        <a:rPr sz="2000" spc="-9"/>
                        <a:t> obter:</a:t>
                      </a:r>
                      <a:endParaRPr sz="2000"/>
                    </a:p>
                    <a:p>
                      <a:pPr marL="86359" algn="l">
                        <a:defRPr/>
                      </a:pPr>
                      <a:r>
                        <a:rPr sz="2000"/>
                        <a:t>»</a:t>
                      </a:r>
                      <a:r>
                        <a:rPr sz="2000" spc="344"/>
                        <a:t> </a:t>
                      </a:r>
                      <a:r>
                        <a:rPr sz="2000"/>
                        <a:t>Controle</a:t>
                      </a:r>
                      <a:r>
                        <a:rPr sz="2000" spc="-9"/>
                        <a:t> </a:t>
                      </a:r>
                      <a:r>
                        <a:rPr sz="2000"/>
                        <a:t>de</a:t>
                      </a:r>
                      <a:r>
                        <a:rPr sz="2000" spc="-4"/>
                        <a:t> </a:t>
                      </a:r>
                      <a:r>
                        <a:rPr sz="2000" spc="-9"/>
                        <a:t>redundância</a:t>
                      </a:r>
                      <a:endParaRPr sz="2000"/>
                    </a:p>
                    <a:p>
                      <a:pPr marL="86359" algn="l">
                        <a:defRPr/>
                      </a:pPr>
                      <a:r>
                        <a:rPr sz="2000"/>
                        <a:t>»</a:t>
                      </a:r>
                      <a:r>
                        <a:rPr sz="2000" spc="324"/>
                        <a:t> </a:t>
                      </a:r>
                      <a:r>
                        <a:rPr sz="2000"/>
                        <a:t>Controle</a:t>
                      </a:r>
                      <a:r>
                        <a:rPr sz="2000" spc="-9"/>
                        <a:t> </a:t>
                      </a:r>
                      <a:r>
                        <a:rPr sz="2000"/>
                        <a:t>de</a:t>
                      </a:r>
                      <a:r>
                        <a:rPr sz="2000" spc="-9"/>
                        <a:t> </a:t>
                      </a:r>
                      <a:r>
                        <a:rPr sz="2000"/>
                        <a:t>consistência</a:t>
                      </a:r>
                      <a:r>
                        <a:rPr sz="2000" spc="-19"/>
                        <a:t> </a:t>
                      </a:r>
                      <a:r>
                        <a:rPr sz="2000"/>
                        <a:t>e</a:t>
                      </a:r>
                      <a:r>
                        <a:rPr sz="2000" spc="-9"/>
                        <a:t> integridade</a:t>
                      </a:r>
                      <a:endParaRPr sz="2000"/>
                    </a:p>
                    <a:p>
                      <a:pPr marL="86359" algn="l">
                        <a:spcBef>
                          <a:spcPts val="303"/>
                        </a:spcBef>
                        <a:defRPr/>
                      </a:pPr>
                      <a:r>
                        <a:rPr sz="2000"/>
                        <a:t>»</a:t>
                      </a:r>
                      <a:r>
                        <a:rPr sz="2000" spc="344"/>
                        <a:t> </a:t>
                      </a:r>
                      <a:r>
                        <a:rPr sz="2000"/>
                        <a:t>Acesso</a:t>
                      </a:r>
                      <a:r>
                        <a:rPr sz="2000" spc="-9"/>
                        <a:t> multiusuário</a:t>
                      </a:r>
                      <a:endParaRPr sz="2000"/>
                    </a:p>
                    <a:p>
                      <a:pPr marL="86359" algn="l">
                        <a:defRPr/>
                      </a:pPr>
                      <a:r>
                        <a:rPr sz="2000"/>
                        <a:t>»</a:t>
                      </a:r>
                      <a:r>
                        <a:rPr sz="2000" spc="379"/>
                        <a:t> </a:t>
                      </a:r>
                      <a:r>
                        <a:rPr sz="2000"/>
                        <a:t>Compartilhamento</a:t>
                      </a:r>
                      <a:r>
                        <a:rPr sz="2000" spc="-23"/>
                        <a:t> </a:t>
                      </a:r>
                      <a:r>
                        <a:rPr sz="2000"/>
                        <a:t>de</a:t>
                      </a:r>
                      <a:r>
                        <a:rPr sz="2000" spc="-19"/>
                        <a:t> </a:t>
                      </a:r>
                      <a:r>
                        <a:rPr sz="2000" spc="-9"/>
                        <a:t>dados</a:t>
                      </a:r>
                      <a:endParaRPr sz="2000"/>
                    </a:p>
                    <a:p>
                      <a:pPr marL="86359" algn="l">
                        <a:spcBef>
                          <a:spcPts val="303"/>
                        </a:spcBef>
                        <a:defRPr/>
                      </a:pPr>
                      <a:r>
                        <a:rPr sz="2000"/>
                        <a:t>»</a:t>
                      </a:r>
                      <a:r>
                        <a:rPr sz="2000" spc="339"/>
                        <a:t> </a:t>
                      </a:r>
                      <a:r>
                        <a:rPr sz="2000"/>
                        <a:t>Controle</a:t>
                      </a:r>
                      <a:r>
                        <a:rPr sz="2000" spc="-9"/>
                        <a:t> </a:t>
                      </a:r>
                      <a:r>
                        <a:rPr sz="2000"/>
                        <a:t>de</a:t>
                      </a:r>
                      <a:r>
                        <a:rPr sz="2000" spc="-9"/>
                        <a:t> </a:t>
                      </a:r>
                      <a:r>
                        <a:rPr sz="2000"/>
                        <a:t>acesso</a:t>
                      </a:r>
                      <a:r>
                        <a:rPr sz="2000" spc="-9"/>
                        <a:t> </a:t>
                      </a:r>
                      <a:r>
                        <a:rPr sz="2000"/>
                        <a:t>e</a:t>
                      </a:r>
                      <a:r>
                        <a:rPr sz="2000" spc="-9"/>
                        <a:t> segurança</a:t>
                      </a:r>
                      <a:endParaRPr sz="2000"/>
                    </a:p>
                    <a:p>
                      <a:pPr marL="86359" algn="l">
                        <a:defRPr/>
                      </a:pPr>
                      <a:r>
                        <a:rPr sz="2000"/>
                        <a:t>»</a:t>
                      </a:r>
                      <a:r>
                        <a:rPr sz="2000" spc="324"/>
                        <a:t> </a:t>
                      </a:r>
                      <a:r>
                        <a:rPr sz="2000"/>
                        <a:t>Controle</a:t>
                      </a:r>
                      <a:r>
                        <a:rPr sz="2000" spc="-9"/>
                        <a:t> </a:t>
                      </a:r>
                      <a:r>
                        <a:rPr sz="2000"/>
                        <a:t>de</a:t>
                      </a:r>
                      <a:r>
                        <a:rPr sz="2000" spc="-14"/>
                        <a:t> </a:t>
                      </a:r>
                      <a:r>
                        <a:rPr sz="2000"/>
                        <a:t>recuperação</a:t>
                      </a:r>
                      <a:r>
                        <a:rPr sz="2000" spc="-14"/>
                        <a:t> </a:t>
                      </a:r>
                      <a:r>
                        <a:rPr sz="2000"/>
                        <a:t>e</a:t>
                      </a:r>
                      <a:r>
                        <a:rPr sz="2000" spc="-14"/>
                        <a:t> </a:t>
                      </a:r>
                      <a:r>
                        <a:rPr sz="2000" spc="-9"/>
                        <a:t>restauração</a:t>
                      </a:r>
                      <a:endParaRPr sz="2000"/>
                    </a:p>
                    <a:p>
                      <a:pPr marL="86359" algn="l">
                        <a:defRPr/>
                      </a:pPr>
                      <a:r>
                        <a:rPr sz="2000"/>
                        <a:t>»</a:t>
                      </a:r>
                      <a:r>
                        <a:rPr sz="2000" spc="393"/>
                        <a:t> </a:t>
                      </a:r>
                      <a:r>
                        <a:rPr sz="2000"/>
                        <a:t>Realização</a:t>
                      </a:r>
                      <a:r>
                        <a:rPr sz="2000" spc="-23"/>
                        <a:t> </a:t>
                      </a:r>
                      <a:r>
                        <a:rPr sz="2000"/>
                        <a:t>de</a:t>
                      </a:r>
                      <a:r>
                        <a:rPr sz="2000" spc="-19"/>
                        <a:t> </a:t>
                      </a:r>
                      <a:r>
                        <a:rPr sz="2000"/>
                        <a:t>consultas</a:t>
                      </a:r>
                      <a:r>
                        <a:rPr sz="2000" spc="-23"/>
                        <a:t> </a:t>
                      </a:r>
                      <a:r>
                        <a:rPr sz="2000"/>
                        <a:t>eficientes</a:t>
                      </a:r>
                      <a:r>
                        <a:rPr sz="2000" spc="-23"/>
                        <a:t> </a:t>
                      </a:r>
                      <a:r>
                        <a:rPr sz="2000" spc="-49"/>
                        <a:t>1</a:t>
                      </a:r>
                      <a:endParaRPr sz="2000"/>
                    </a:p>
                  </a:txBody>
                  <a:tcPr/>
                </a:tc>
                <a:tc>
                  <a:txBody>
                    <a:bodyPr/>
                    <a:p>
                      <a:pPr marL="0" algn="l">
                        <a:spcBef>
                          <a:spcPts val="804"/>
                        </a:spcBef>
                        <a:defRPr/>
                      </a:pPr>
                      <a:endParaRPr sz="2000"/>
                    </a:p>
                    <a:p>
                      <a:pPr marL="86359" marR="90169" algn="l">
                        <a:lnSpc>
                          <a:spcPct val="126665"/>
                        </a:lnSpc>
                        <a:spcBef>
                          <a:spcPts val="4"/>
                        </a:spcBef>
                        <a:defRPr/>
                      </a:pPr>
                      <a:r>
                        <a:rPr sz="2000"/>
                        <a:t>»</a:t>
                      </a:r>
                      <a:r>
                        <a:rPr sz="2000" spc="388"/>
                        <a:t> </a:t>
                      </a:r>
                      <a:r>
                        <a:rPr sz="2000"/>
                        <a:t>Dados</a:t>
                      </a:r>
                      <a:r>
                        <a:rPr sz="2000" spc="-23"/>
                        <a:t> </a:t>
                      </a:r>
                      <a:r>
                        <a:rPr sz="2000"/>
                        <a:t>e</a:t>
                      </a:r>
                      <a:r>
                        <a:rPr sz="2000" spc="-23"/>
                        <a:t> </a:t>
                      </a:r>
                      <a:r>
                        <a:rPr sz="2000"/>
                        <a:t>aplicações</a:t>
                      </a:r>
                      <a:r>
                        <a:rPr sz="2000" spc="-28"/>
                        <a:t> </a:t>
                      </a:r>
                      <a:r>
                        <a:rPr sz="2000"/>
                        <a:t>simples,</a:t>
                      </a:r>
                      <a:r>
                        <a:rPr sz="2000" spc="-23"/>
                        <a:t> </a:t>
                      </a:r>
                      <a:r>
                        <a:rPr sz="2000"/>
                        <a:t>bem</a:t>
                      </a:r>
                      <a:r>
                        <a:rPr sz="2000" spc="-23"/>
                        <a:t> </a:t>
                      </a:r>
                      <a:r>
                        <a:rPr sz="2000"/>
                        <a:t>definidas e estáveis (sem expectativas de mudança)</a:t>
                      </a:r>
                      <a:endParaRPr/>
                    </a:p>
                    <a:p>
                      <a:pPr marL="86359" algn="l">
                        <a:lnSpc>
                          <a:spcPct val="126665"/>
                        </a:lnSpc>
                        <a:spcBef>
                          <a:spcPts val="9"/>
                        </a:spcBef>
                        <a:defRPr/>
                      </a:pPr>
                      <a:r>
                        <a:rPr sz="2000"/>
                        <a:t>»</a:t>
                      </a:r>
                      <a:r>
                        <a:rPr sz="2000" spc="383"/>
                        <a:t> </a:t>
                      </a:r>
                      <a:r>
                        <a:rPr sz="2000"/>
                        <a:t>Quando</a:t>
                      </a:r>
                      <a:r>
                        <a:rPr sz="2000" spc="-28"/>
                        <a:t> </a:t>
                      </a:r>
                      <a:r>
                        <a:rPr sz="2000"/>
                        <a:t>requisitos</a:t>
                      </a:r>
                      <a:r>
                        <a:rPr sz="2000" spc="-28"/>
                        <a:t> </a:t>
                      </a:r>
                      <a:r>
                        <a:rPr sz="2000"/>
                        <a:t>de</a:t>
                      </a:r>
                      <a:r>
                        <a:rPr sz="2000" spc="-28"/>
                        <a:t> </a:t>
                      </a:r>
                      <a:r>
                        <a:rPr sz="2000"/>
                        <a:t>tempo</a:t>
                      </a:r>
                      <a:r>
                        <a:rPr sz="2000" spc="-28"/>
                        <a:t> </a:t>
                      </a:r>
                      <a:r>
                        <a:rPr sz="2000"/>
                        <a:t>real</a:t>
                      </a:r>
                      <a:r>
                        <a:rPr sz="2000" spc="-28"/>
                        <a:t> </a:t>
                      </a:r>
                      <a:r>
                        <a:rPr sz="2000"/>
                        <a:t>não puderem ser atendidos</a:t>
                      </a:r>
                      <a:endParaRPr/>
                    </a:p>
                    <a:p>
                      <a:pPr marL="86359" marR="120649" algn="l">
                        <a:lnSpc>
                          <a:spcPct val="126665"/>
                        </a:lnSpc>
                        <a:spcBef>
                          <a:spcPts val="9"/>
                        </a:spcBef>
                        <a:defRPr/>
                      </a:pPr>
                      <a:r>
                        <a:rPr sz="2000"/>
                        <a:t>»</a:t>
                      </a:r>
                      <a:r>
                        <a:rPr sz="2000" spc="388"/>
                        <a:t> </a:t>
                      </a:r>
                      <a:r>
                        <a:rPr sz="2000"/>
                        <a:t>Não</a:t>
                      </a:r>
                      <a:r>
                        <a:rPr sz="2000" spc="-28"/>
                        <a:t> </a:t>
                      </a:r>
                      <a:r>
                        <a:rPr sz="2000"/>
                        <a:t>há</a:t>
                      </a:r>
                      <a:r>
                        <a:rPr sz="2000" spc="-28"/>
                        <a:t> </a:t>
                      </a:r>
                      <a:r>
                        <a:rPr sz="2000"/>
                        <a:t>necessidade</a:t>
                      </a:r>
                      <a:r>
                        <a:rPr sz="2000" spc="-23"/>
                        <a:t> </a:t>
                      </a:r>
                      <a:r>
                        <a:rPr sz="2000"/>
                        <a:t>de</a:t>
                      </a:r>
                      <a:r>
                        <a:rPr sz="2000" spc="-23"/>
                        <a:t> </a:t>
                      </a:r>
                      <a:r>
                        <a:rPr sz="2000"/>
                        <a:t>acesso multiusuário aos dados</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2855737" name="Título 1"/>
          <p:cNvSpPr>
            <a:spLocks noGrp="1"/>
          </p:cNvSpPr>
          <p:nvPr>
            <p:ph type="title"/>
          </p:nvPr>
        </p:nvSpPr>
        <p:spPr bwMode="auto"/>
        <p:txBody>
          <a:bodyPr/>
          <a:lstStyle/>
          <a:p>
            <a:pPr>
              <a:defRPr/>
            </a:pPr>
            <a:r>
              <a:rPr lang="pt-BR"/>
              <a:t>Obrigado</a:t>
            </a:r>
            <a:endParaRPr/>
          </a:p>
        </p:txBody>
      </p:sp>
      <p:sp>
        <p:nvSpPr>
          <p:cNvPr id="465551232" name="Espaço Reservado para Conteúdo 2"/>
          <p:cNvSpPr>
            <a:spLocks noGrp="1"/>
          </p:cNvSpPr>
          <p:nvPr>
            <p:ph idx="1"/>
          </p:nvPr>
        </p:nvSpPr>
        <p:spPr bwMode="auto"/>
        <p:txBody>
          <a:bodyPr/>
          <a:lstStyle/>
          <a:p>
            <a:pPr>
              <a:defRPr/>
            </a:pPr>
            <a:endParaRPr lang="pt-B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1599272" name="Título 1"/>
          <p:cNvSpPr>
            <a:spLocks noGrp="1"/>
          </p:cNvSpPr>
          <p:nvPr>
            <p:ph type="title"/>
          </p:nvPr>
        </p:nvSpPr>
        <p:spPr bwMode="auto"/>
        <p:txBody>
          <a:bodyPr/>
          <a:lstStyle/>
          <a:p>
            <a:pPr>
              <a:defRPr/>
            </a:pPr>
            <a:r>
              <a:rPr/>
              <a:t>Exercíçios</a:t>
            </a:r>
            <a:endParaRPr/>
          </a:p>
        </p:txBody>
      </p:sp>
      <p:sp>
        <p:nvSpPr>
          <p:cNvPr id="140226322" name="Espaço Reservado para Conteúdo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82500" lnSpcReduction="15000"/>
          </a:bodyPr>
          <a:lstStyle/>
          <a:p>
            <a:pPr>
              <a:defRPr/>
            </a:pPr>
            <a:r>
              <a:rPr lang="pt-BR" sz="2000" b="0" i="0" u="none" strike="noStrike" cap="none" spc="0">
                <a:solidFill>
                  <a:schemeClr val="tx1"/>
                </a:solidFill>
                <a:latin typeface="Calibri"/>
                <a:ea typeface="Calibri"/>
                <a:cs typeface="Calibri"/>
              </a:rPr>
              <a:t>Pesquise e responda</a:t>
            </a:r>
            <a:endParaRP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1. Quais as principais desvantagens de fazer uso de um sistema de arquivos convencional em relação ao uso de banco de dados?</a:t>
            </a:r>
            <a:endParaRPr/>
          </a:p>
          <a:p>
            <a:pPr>
              <a:defRPr/>
            </a:pPr>
            <a:r>
              <a:rPr lang="pt-BR" sz="2000" b="0" i="0" u="none" strike="noStrike" cap="none" spc="0">
                <a:solidFill>
                  <a:schemeClr val="tx1"/>
                </a:solidFill>
                <a:latin typeface="Calibri"/>
                <a:ea typeface="Calibri"/>
                <a:cs typeface="Calibri"/>
              </a:rPr>
              <a:t>2. Quais as propriedades que uma transação?</a:t>
            </a:r>
            <a:endParaRP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3. O que são metadados? Dê exemplos.</a:t>
            </a:r>
            <a:endParaRPr sz="2000">
              <a:solidFill>
                <a:schemeClr val="tx1"/>
              </a:solidFill>
            </a:endParaRPr>
          </a:p>
          <a:p>
            <a:pPr>
              <a:defRPr/>
            </a:pPr>
            <a:r>
              <a:rPr lang="pt-BR" sz="2000" b="0" i="0" u="none" strike="noStrike" cap="none" spc="0">
                <a:solidFill>
                  <a:schemeClr val="tx1"/>
                </a:solidFill>
                <a:latin typeface="Calibri"/>
                <a:ea typeface="Calibri"/>
                <a:cs typeface="Calibri"/>
              </a:rPr>
              <a:t>4. Que problemas podem ser causados pela falta de padronização dos dados armazenados?</a:t>
            </a:r>
            <a:endParaRPr lang="pt-B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5. Qual a importância do controle de redundância?</a:t>
            </a:r>
            <a:endParaRPr sz="2000">
              <a:solidFill>
                <a:schemeClr val="tx1"/>
              </a:solidFill>
            </a:endParaRPr>
          </a:p>
          <a:p>
            <a:pPr>
              <a:defRPr/>
            </a:pPr>
            <a:r>
              <a:rPr lang="pt-BR" sz="2000" b="0" i="0" u="none" strike="noStrike" cap="none" spc="0">
                <a:solidFill>
                  <a:schemeClr val="tx1"/>
                </a:solidFill>
                <a:latin typeface="Calibri"/>
                <a:ea typeface="Calibri"/>
                <a:cs typeface="Calibri"/>
              </a:rPr>
              <a:t>6. Como os conceitos de níveis de abstração do banco de dados (nível de visão, conceitual e físico) se relacionam com os conceitos de independência de dados?</a:t>
            </a:r>
            <a:endParaRPr lang="pt-B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7. Qual a diferença entre esquema e instância do banco de dados?</a:t>
            </a:r>
            <a:endParaRPr lang="pt-B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8. Quais os modelos de arquitetura paralela? Fale brevemente, com suas palavras, sobre cada um deles.</a:t>
            </a:r>
            <a:endParaRPr lang="pt-B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9. Quais as principais diferenças entre o modelo relacional e os seus antecessores (modelos hierárquico e em rede)?</a:t>
            </a:r>
            <a:endParaRPr lang="pt-BR" sz="2000" b="0" i="0" u="none" strike="noStrike" cap="none" spc="0">
              <a:solidFill>
                <a:schemeClr val="tx1"/>
              </a:solidFill>
              <a:latin typeface="Calibri"/>
              <a:cs typeface="Calibri"/>
            </a:endParaRPr>
          </a:p>
          <a:p>
            <a:pPr>
              <a:defRPr/>
            </a:pPr>
            <a:r>
              <a:rPr lang="pt-BR" sz="2000" b="0" i="0" u="none" strike="noStrike" cap="none" spc="0">
                <a:solidFill>
                  <a:schemeClr val="tx1"/>
                </a:solidFill>
                <a:latin typeface="Calibri"/>
                <a:ea typeface="Calibri"/>
                <a:cs typeface="Calibri"/>
              </a:rPr>
              <a:t>10. Quais os dois exemplos mais conhecidos de arquitetura cliente-servidor e qual a diferença entre eles?</a:t>
            </a:r>
            <a:endParaRPr sz="2000">
              <a:solidFill>
                <a:schemeClr val="tx1"/>
              </a:solidFill>
            </a:endParaRPr>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Arial"/>
        <a:cs typeface="Arial"/>
      </a:majorFont>
      <a:minorFont>
        <a:latin typeface="Calibri"/>
        <a:ea typeface="Arial"/>
        <a:cs typeface="Arial"/>
      </a:minorFont>
    </a:fontScheme>
    <a:fmtScheme name="Escritório">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Escritório">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ONLYOFFICE/9.3.0.140</Application>
  <PresentationFormat>On-screen Show (4:3)</PresentationFormat>
  <Paragraphs>0</Paragraphs>
  <Slides>38</Slides>
  <Notes>38</Notes>
  <HiddenSlides>0</HiddenSlides>
  <MMClips>2</MMClips>
  <ScaleCrop>0</ScaleCrop>
  <HeadingPairs>
    <vt:vector size="4" baseType="variant">
      <vt:variant>
        <vt:lpstr>Theme</vt:lpstr>
      </vt:variant>
      <vt:variant>
        <vt:i4>1</vt:i4>
      </vt:variant>
      <vt:variant>
        <vt:lpstr>Slide Titles</vt:lpstr>
      </vt:variant>
      <vt:variant>
        <vt:i4>38</vt:i4>
      </vt:variant>
    </vt:vector>
  </HeadingPairs>
  <TitlesOfParts>
    <vt:vector size="39"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Hewlett-Packard Company</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Dados Relacional</dc:title>
  <dc:creator>Fatec</dc:creator>
  <cp:lastModifiedBy/>
  <cp:revision>15</cp:revision>
  <dcterms:created xsi:type="dcterms:W3CDTF">2018-03-06T21:16:50Z</dcterms:created>
  <dcterms:modified xsi:type="dcterms:W3CDTF">2026-08-25T16:38:46Z</dcterms:modified>
</cp:coreProperties>
</file>