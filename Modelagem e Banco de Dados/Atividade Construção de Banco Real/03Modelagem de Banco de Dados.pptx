
<file path=[Content_Types].xml><?xml version="1.0" encoding="utf-8"?>
<Types xmlns="http://schemas.openxmlformats.org/package/2006/content-types">
  <Default Extension="xml" ContentType="application/xml"/>
  <Default Extension="jpg" ContentType="image/jpeg"/>
  <Default Extension="wmf" ContentType="image/x-wmf"/>
  <Default Extension="bin" ContentType="application/vnd.openxmlformats-officedocument.oleObject"/>
  <Default Extension="rels" ContentType="application/vnd.openxmlformats-package.relationships+xml"/>
  <Default Extension="jpeg" ContentType="image/jpeg"/>
  <Default Extension="png" ContentType="image/png"/>
  <Override PartName="/ppt/notesSlides/notesSlide59.xml" ContentType="application/vnd.openxmlformats-officedocument.presentationml.notesSlide+xml"/>
  <Override PartName="/ppt/notesSlides/notesSlide58.xml" ContentType="application/vnd.openxmlformats-officedocument.presentationml.notesSlide+xml"/>
  <Override PartName="/ppt/notesSlides/notesSlide57.xml" ContentType="application/vnd.openxmlformats-officedocument.presentationml.notesSlide+xml"/>
  <Override PartName="/ppt/notesSlides/notesSlide54.xml" ContentType="application/vnd.openxmlformats-officedocument.presentationml.notesSlide+xml"/>
  <Override PartName="/ppt/notesSlides/notesSlide52.xml" ContentType="application/vnd.openxmlformats-officedocument.presentationml.notesSlide+xml"/>
  <Override PartName="/ppt/notesSlides/notesSlide51.xml" ContentType="application/vnd.openxmlformats-officedocument.presentationml.notesSlide+xml"/>
  <Override PartName="/ppt/notesSlides/notesSlide50.xml" ContentType="application/vnd.openxmlformats-officedocument.presentationml.notesSlide+xml"/>
  <Override PartName="/ppt/notesSlides/notesSlide43.xml" ContentType="application/vnd.openxmlformats-officedocument.presentationml.notesSlide+xml"/>
  <Override PartName="/ppt/notesSlides/notesSlide41.xml" ContentType="application/vnd.openxmlformats-officedocument.presentationml.notesSlide+xml"/>
  <Override PartName="/ppt/notesSlides/notesSlide45.xml" ContentType="application/vnd.openxmlformats-officedocument.presentationml.notesSlide+xml"/>
  <Override PartName="/ppt/notesSlides/notesSlide39.xml" ContentType="application/vnd.openxmlformats-officedocument.presentationml.notesSlide+xml"/>
  <Override PartName="/ppt/notesSlides/notesSlide38.xml" ContentType="application/vnd.openxmlformats-officedocument.presentationml.notesSlide+xml"/>
  <Override PartName="/ppt/notesSlides/notesSlide36.xml" ContentType="application/vnd.openxmlformats-officedocument.presentationml.notesSlide+xml"/>
  <Override PartName="/ppt/notesSlides/notesSlide35.xml" ContentType="application/vnd.openxmlformats-officedocument.presentationml.notesSlide+xml"/>
  <Override PartName="/ppt/notesSlides/notesSlide32.xml" ContentType="application/vnd.openxmlformats-officedocument.presentationml.notesSlide+xml"/>
  <Override PartName="/ppt/notesSlides/notesSlide31.xml" ContentType="application/vnd.openxmlformats-officedocument.presentationml.notesSlide+xml"/>
  <Override PartName="/ppt/notesSlides/notesSlide29.xml" ContentType="application/vnd.openxmlformats-officedocument.presentationml.notesSlide+xml"/>
  <Override PartName="/ppt/notesSlides/notesSlide26.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3.xml" ContentType="application/vnd.openxmlformats-officedocument.presentationml.notesSlide+xml"/>
  <Override PartName="/ppt/notesSlides/notesSlide56.xml" ContentType="application/vnd.openxmlformats-officedocument.presentationml.notesSlide+xml"/>
  <Override PartName="/ppt/notesSlides/notesSlide22.xml" ContentType="application/vnd.openxmlformats-officedocument.presentationml.notesSlide+xml"/>
  <Override PartName="/ppt/notesSlides/notesSlide21.xml" ContentType="application/vnd.openxmlformats-officedocument.presentationml.notesSlide+xml"/>
  <Override PartName="/ppt/notesSlides/notesSlide20.xml" ContentType="application/vnd.openxmlformats-officedocument.presentationml.notesSlide+xml"/>
  <Override PartName="/ppt/notesSlides/notesSlide19.xml" ContentType="application/vnd.openxmlformats-officedocument.presentationml.notesSlide+xml"/>
  <Override PartName="/ppt/notesSlides/notesSlide18.xml" ContentType="application/vnd.openxmlformats-officedocument.presentationml.notesSlide+xml"/>
  <Override PartName="/ppt/notesSlides/notesSlide17.xml" ContentType="application/vnd.openxmlformats-officedocument.presentationml.notesSlide+xml"/>
  <Override PartName="/ppt/slides/slide23.xml" ContentType="application/vnd.openxmlformats-officedocument.presentationml.slide+xml"/>
  <Override PartName="/ppt/notesSlides/notesSlide40.xml" ContentType="application/vnd.openxmlformats-officedocument.presentationml.notesSlide+xml"/>
  <Override PartName="/ppt/slides/slide56.xml" ContentType="application/vnd.openxmlformats-officedocument.presentationml.slide+xml"/>
  <Override PartName="/ppt/notesSlides/notesSlide30.xml" ContentType="application/vnd.openxmlformats-officedocument.presentationml.notesSlide+xml"/>
  <Override PartName="/ppt/slides/slide22.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16.xml" ContentType="application/vnd.openxmlformats-officedocument.presentationml.slide+xml"/>
  <Override PartName="/ppt/slides/slide15.xml" ContentType="application/vnd.openxmlformats-officedocument.presentationml.slide+xml"/>
  <Override PartName="/ppt/notesSlides/notesSlide28.xml" ContentType="application/vnd.openxmlformats-officedocument.presentationml.notesSlide+xml"/>
  <Override PartName="/ppt/slideLayouts/slideLayout7.xml" ContentType="application/vnd.openxmlformats-officedocument.presentationml.slideLayout+xml"/>
  <Override PartName="/ppt/slides/slide29.xml" ContentType="application/vnd.openxmlformats-officedocument.presentationml.slide+xml"/>
  <Override PartName="/ppt/slides/slide38.xml" ContentType="application/vnd.openxmlformats-officedocument.presentationml.slide+xml"/>
  <Override PartName="/ppt/slides/slide28.xml" ContentType="application/vnd.openxmlformats-officedocument.presentationml.slide+xml"/>
  <Override PartName="/ppt/notesSlides/notesSlide13.xml" ContentType="application/vnd.openxmlformats-officedocument.presentationml.notesSlide+xml"/>
  <Override PartName="/ppt/slides/slide43.xml" ContentType="application/vnd.openxmlformats-officedocument.presentationml.slide+xml"/>
  <Override PartName="/ppt/notesSlides/notesSlide46.xml" ContentType="application/vnd.openxmlformats-officedocument.presentationml.notesSlide+xml"/>
  <Override PartName="/ppt/slides/slide19.xml" ContentType="application/vnd.openxmlformats-officedocument.presentationml.slide+xml"/>
  <Override PartName="/ppt/slides/slide4.xml" ContentType="application/vnd.openxmlformats-officedocument.presentationml.slide+xml"/>
  <Override PartName="/ppt/notesSlides/notesSlide6.xml" ContentType="application/vnd.openxmlformats-officedocument.presentationml.notesSlide+xml"/>
  <Override PartName="/ppt/slides/slide2.xml" ContentType="application/vnd.openxmlformats-officedocument.presentationml.slide+xml"/>
  <Override PartName="/ppt/slides/slide14.xml" ContentType="application/vnd.openxmlformats-officedocument.presentationml.slide+xml"/>
  <Override PartName="/ppt/slideMasters/slideMaster1.xml" ContentType="application/vnd.openxmlformats-officedocument.presentationml.slideMaster+xml"/>
  <Override PartName="/ppt/slides/slide6.xml" ContentType="application/vnd.openxmlformats-officedocument.presentationml.slide+xml"/>
  <Override PartName="/ppt/slides/slide10.xml" ContentType="application/vnd.openxmlformats-officedocument.presentationml.slide+xml"/>
  <Override PartName="/ppt/notesSlides/notesSlide55.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ppt/slideLayouts/slideLayout8.xml" ContentType="application/vnd.openxmlformats-officedocument.presentationml.slideLayout+xml"/>
  <Override PartName="/ppt/notesSlides/notesSlide49.xml" ContentType="application/vnd.openxmlformats-officedocument.presentationml.notesSlide+xml"/>
  <Override PartName="/ppt/slides/slide20.xml" ContentType="application/vnd.openxmlformats-officedocument.presentationml.slide+xml"/>
  <Override PartName="/ppt/slides/slide47.xml" ContentType="application/vnd.openxmlformats-officedocument.presentationml.slide+xml"/>
  <Override PartName="/ppt/slideLayouts/slideLayout6.xml" ContentType="application/vnd.openxmlformats-officedocument.presentationml.slideLayout+xml"/>
  <Override PartName="/ppt/slideLayouts/slideLayout2.xml" ContentType="application/vnd.openxmlformats-officedocument.presentationml.slideLayout+xml"/>
  <Override PartName="/ppt/slides/slide32.xml" ContentType="application/vnd.openxmlformats-officedocument.presentationml.slide+xml"/>
  <Override PartName="/ppt/notesSlides/notesSlide37.xml" ContentType="application/vnd.openxmlformats-officedocument.presentationml.notesSlide+xml"/>
  <Override PartName="/ppt/notesSlides/notesSlide7.xml" ContentType="application/vnd.openxmlformats-officedocument.presentationml.notesSlide+xml"/>
  <Override PartName="/ppt/viewProps.xml" ContentType="application/vnd.openxmlformats-officedocument.presentationml.viewProps+xml"/>
  <Override PartName="/ppt/slides/slide17.xml" ContentType="application/vnd.openxmlformats-officedocument.presentationml.slide+xml"/>
  <Override PartName="/ppt/slides/slide58.xml" ContentType="application/vnd.openxmlformats-officedocument.presentationml.slide+xml"/>
  <Override PartName="/docProps/app.xml" ContentType="application/vnd.openxmlformats-officedocument.extended-properties+xml"/>
  <Override PartName="/ppt/tableStyles.xml" ContentType="application/vnd.openxmlformats-officedocument.presentationml.tableStyles+xml"/>
  <Override PartName="/ppt/notesSlides/notesSlide4.xml" ContentType="application/vnd.openxmlformats-officedocument.presentationml.notesSlide+xml"/>
  <Override PartName="/ppt/slides/slide7.xml" ContentType="application/vnd.openxmlformats-officedocument.presentationml.slide+xml"/>
  <Override PartName="/ppt/slides/slide41.xml" ContentType="application/vnd.openxmlformats-officedocument.presentationml.slide+xml"/>
  <Override PartName="/ppt/slideLayouts/slideLayout5.xml" ContentType="application/vnd.openxmlformats-officedocument.presentationml.slideLayout+xml"/>
  <Override PartName="/ppt/slides/slide12.xml" ContentType="application/vnd.openxmlformats-officedocument.presentationml.slide+xml"/>
  <Override PartName="/ppt/slideLayouts/slideLayout1.xml" ContentType="application/vnd.openxmlformats-officedocument.presentationml.slideLayout+xml"/>
  <Override PartName="/ppt/notesSlides/notesSlide27.xml" ContentType="application/vnd.openxmlformats-officedocument.presentationml.notesSlide+xml"/>
  <Override PartName="/ppt/presProps.xml" ContentType="application/vnd.openxmlformats-officedocument.presentationml.presProps+xml"/>
  <Override PartName="/ppt/slides/slide21.xml" ContentType="application/vnd.openxmlformats-officedocument.presentationml.slide+xml"/>
  <Override PartName="/ppt/slideLayouts/slideLayout4.xml" ContentType="application/vnd.openxmlformats-officedocument.presentationml.slideLayout+xml"/>
  <Override PartName="/ppt/notesSlides/notesSlide53.xml" ContentType="application/vnd.openxmlformats-officedocument.presentationml.notesSlide+xml"/>
  <Override PartName="/ppt/slides/slide3.xml" ContentType="application/vnd.openxmlformats-officedocument.presentationml.slide+xml"/>
  <Override PartName="/ppt/theme/theme1.xml" ContentType="application/vnd.openxmlformats-officedocument.theme+xml"/>
  <Override PartName="/ppt/notesSlides/notesSlide15.xml" ContentType="application/vnd.openxmlformats-officedocument.presentationml.notesSlide+xml"/>
  <Override PartName="/ppt/slides/slide13.xml" ContentType="application/vnd.openxmlformats-officedocument.presentationml.slide+xml"/>
  <Override PartName="/ppt/slideLayouts/slideLayout9.xml" ContentType="application/vnd.openxmlformats-officedocument.presentationml.slideLayout+xml"/>
  <Override PartName="/ppt/slides/slide1.xml" ContentType="application/vnd.openxmlformats-officedocument.presentationml.slide+xml"/>
  <Override PartName="/ppt/slides/slide25.xml" ContentType="application/vnd.openxmlformats-officedocument.presentationml.slide+xml"/>
  <Override PartName="/ppt/notesSlides/notesSlide42.xml" ContentType="application/vnd.openxmlformats-officedocument.presentationml.notesSlide+xml"/>
  <Override PartName="/ppt/notesSlides/notesSlide14.xml" ContentType="application/vnd.openxmlformats-officedocument.presentationml.notesSlide+xml"/>
  <Override PartName="/ppt/slideLayouts/slideLayout3.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s/slide26.xml" ContentType="application/vnd.openxmlformats-officedocument.presentationml.slide+xml"/>
  <Override PartName="/ppt/theme/theme2.xml" ContentType="application/vnd.openxmlformats-officedocument.theme+xml"/>
  <Override PartName="/ppt/slides/slide30.xml" ContentType="application/vnd.openxmlformats-officedocument.presentationml.slide+xml"/>
  <Override PartName="/ppt/slides/slide31.xml" ContentType="application/vnd.openxmlformats-officedocument.presentationml.slide+xml"/>
  <Override PartName="/ppt/slides/slide33.xml" ContentType="application/vnd.openxmlformats-officedocument.presentationml.slide+xml"/>
  <Override PartName="/ppt/slides/slide24.xml" ContentType="application/vnd.openxmlformats-officedocument.presentationml.slide+xml"/>
  <Override PartName="/ppt/slides/slide40.xml" ContentType="application/vnd.openxmlformats-officedocument.presentationml.slide+xml"/>
  <Override PartName="/ppt/notesSlides/notesSlide47.xml" ContentType="application/vnd.openxmlformats-officedocument.presentationml.notesSlide+xml"/>
  <Override PartName="/ppt/slides/slide34.xml" ContentType="application/vnd.openxmlformats-officedocument.presentationml.slide+xml"/>
  <Override PartName="/ppt/slides/slide35.xml" ContentType="application/vnd.openxmlformats-officedocument.presentationml.slide+xml"/>
  <Override PartName="/ppt/notesSlides/notesSlide10.xml" ContentType="application/vnd.openxmlformats-officedocument.presentationml.notesSlide+xml"/>
  <Override PartName="/ppt/slides/slide49.xml" ContentType="application/vnd.openxmlformats-officedocument.presentationml.slide+xml"/>
  <Override PartName="/ppt/notesSlides/notesSlide33.xml" ContentType="application/vnd.openxmlformats-officedocument.presentationml.notesSlide+xml"/>
  <Override PartName="/ppt/notesSlides/notesSlide8.xml" ContentType="application/vnd.openxmlformats-officedocument.presentationml.notesSlide+xml"/>
  <Override PartName="/ppt/slides/slide36.xml" ContentType="application/vnd.openxmlformats-officedocument.presentationml.slide+xml"/>
  <Override PartName="/ppt/slides/slide37.xml" ContentType="application/vnd.openxmlformats-officedocument.presentationml.slide+xml"/>
  <Override PartName="/ppt/slides/slide39.xml" ContentType="application/vnd.openxmlformats-officedocument.presentationml.slide+xml"/>
  <Override PartName="/ppt/presentation.xml" ContentType="application/vnd.openxmlformats-officedocument.presentationml.presentation.main+xml"/>
  <Override PartName="/ppt/slides/slide42.xml" ContentType="application/vnd.openxmlformats-officedocument.presentationml.slide+xml"/>
  <Override PartName="/ppt/slides/slide44.xml" ContentType="application/vnd.openxmlformats-officedocument.presentationml.slide+xml"/>
  <Override PartName="/ppt/notesSlides/notesSlide48.xml" ContentType="application/vnd.openxmlformats-officedocument.presentationml.notesSlide+xml"/>
  <Override PartName="/ppt/slides/slide45.xml" ContentType="application/vnd.openxmlformats-officedocument.presentationml.slide+xml"/>
  <Override PartName="/ppt/slides/slide11.xml" ContentType="application/vnd.openxmlformats-officedocument.presentationml.slide+xml"/>
  <Override PartName="/ppt/notesSlides/notesSlide12.xml" ContentType="application/vnd.openxmlformats-officedocument.presentationml.notesSlide+xml"/>
  <Override PartName="/ppt/slides/slide53.xml" ContentType="application/vnd.openxmlformats-officedocument.presentationml.slide+xml"/>
  <Override PartName="/ppt/slides/slide46.xml" ContentType="application/vnd.openxmlformats-officedocument.presentationml.slide+xml"/>
  <Override PartName="/ppt/slides/slide48.xml" ContentType="application/vnd.openxmlformats-officedocument.presentationml.slide+xml"/>
  <Override PartName="/ppt/slides/slide8.xml" ContentType="application/vnd.openxmlformats-officedocument.presentationml.slide+xml"/>
  <Override PartName="/ppt/slides/slide51.xml" ContentType="application/vnd.openxmlformats-officedocument.presentationml.slide+xml"/>
  <Override PartName="/ppt/notesSlides/notesSlide34.xml" ContentType="application/vnd.openxmlformats-officedocument.presentationml.notesSlide+xml"/>
  <Override PartName="/ppt/slides/slide57.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slides/slide52.xml" ContentType="application/vnd.openxmlformats-officedocument.presentationml.slide+xml"/>
  <Override PartName="/ppt/slides/slide55.xml" ContentType="application/vnd.openxmlformats-officedocument.presentationml.slide+xml"/>
  <Override PartName="/ppt/slides/slide59.xml" ContentType="application/vnd.openxmlformats-officedocument.presentationml.slide+xml"/>
  <Override PartName="/ppt/notesSlides/notesSlide44.xml" ContentType="application/vnd.openxmlformats-officedocument.presentationml.notesSlide+xml"/>
  <Override PartName="/ppt/slides/slide9.xml" ContentType="application/vnd.openxmlformats-officedocument.presentationml.slide+xml"/>
  <Override PartName="/ppt/notesSlides/notesSlide2.xml" ContentType="application/vnd.openxmlformats-officedocument.presentationml.notesSlide+xml"/>
  <Override PartName="/ppt/slides/slide50.xml" ContentType="application/vnd.openxmlformats-officedocument.presentationml.slide+xml"/>
  <Override PartName="/ppt/notesSlides/notesSlide9.xml" ContentType="application/vnd.openxmlformats-officedocument.presentationml.notesSlide+xml"/>
  <Override PartName="/ppt/notesSlides/notesSlide1.xml" ContentType="application/vnd.openxmlformats-officedocument.presentationml.notesSlide+xml"/>
  <Override PartName="/ppt/slides/slide5.xml" ContentType="application/vnd.openxmlformats-officedocument.presentationml.slide+xml"/>
  <Override PartName="/ppt/notesSlides/notesSlide3.xml" ContentType="application/vnd.openxmlformats-officedocument.presentationml.notesSlide+xml"/>
  <Override PartName="/ppt/notesSlides/notesSlide5.xml" ContentType="application/vnd.openxmlformats-officedocument.presentationml.notesSlide+xml"/>
  <Override PartName="/ppt/notesSlides/notesSlide16.xml" ContentType="application/vnd.openxmlformats-officedocument.presentationml.notes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aveSubsetFonts="1">
  <p:sldMasterIdLst>
    <p:sldMasterId id="2147483648" r:id="rId1"/>
  </p:sldMasterIdLst>
  <p:notesMasterIdLst>
    <p:notesMasterId r:id="rId6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0" r:id="rId58"/>
    <p:sldId id="311" r:id="rId59"/>
    <p:sldId id="312" r:id="rId60"/>
    <p:sldId id="313" r:id="rId61"/>
    <p:sldId id="314" r:id="rId62"/>
  </p:sldIdLst>
  <p:sldSz cx="12192000" cy="6858000"/>
  <p:notesSz cx="6858000" cy="9144000"/>
  <p:defaultTextStyle>
    <a:defPPr>
      <a:defRPr lang="pt-BR"/>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72" d="100"/>
          <a:sy n="72" d="100"/>
        </p:scale>
        <p:origin x="660" y="72"/>
      </p:cViewPr>
      <p:guideLst>
        <p:guide pos="3840"/>
        <p:guide pos="2160" orient="horz"/>
      </p:guideLst>
    </p:cSldViewPr>
  </p:slideViewPr>
  <p:gridSpacing cx="72008" cy="72008"/>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6.xml"/><Relationship Id="rId50" Type="http://schemas.openxmlformats.org/officeDocument/2006/relationships/slide" Target="slides/slide47.xml"/><Relationship Id="rId51" Type="http://schemas.openxmlformats.org/officeDocument/2006/relationships/slide" Target="slides/slide48.xml"/><Relationship Id="rId52" Type="http://schemas.openxmlformats.org/officeDocument/2006/relationships/slide" Target="slides/slide49.xml"/><Relationship Id="rId53" Type="http://schemas.openxmlformats.org/officeDocument/2006/relationships/slide" Target="slides/slide50.xml"/><Relationship Id="rId54" Type="http://schemas.openxmlformats.org/officeDocument/2006/relationships/slide" Target="slides/slide51.xml"/><Relationship Id="rId55" Type="http://schemas.openxmlformats.org/officeDocument/2006/relationships/slide" Target="slides/slide52.xml"/><Relationship Id="rId56" Type="http://schemas.openxmlformats.org/officeDocument/2006/relationships/slide" Target="slides/slide53.xml"/><Relationship Id="rId57" Type="http://schemas.openxmlformats.org/officeDocument/2006/relationships/slide" Target="slides/slide54.xml"/><Relationship Id="rId58" Type="http://schemas.openxmlformats.org/officeDocument/2006/relationships/slide" Target="slides/slide55.xml"/><Relationship Id="rId59" Type="http://schemas.openxmlformats.org/officeDocument/2006/relationships/slide" Target="slides/slide56.xml"/><Relationship Id="rId60" Type="http://schemas.openxmlformats.org/officeDocument/2006/relationships/slide" Target="slides/slide57.xml"/><Relationship Id="rId61" Type="http://schemas.openxmlformats.org/officeDocument/2006/relationships/slide" Target="slides/slide58.xml"/><Relationship Id="rId62" Type="http://schemas.openxmlformats.org/officeDocument/2006/relationships/slide" Target="slides/slide59.xml"/><Relationship Id="rId63" Type="http://schemas.openxmlformats.org/officeDocument/2006/relationships/notesMaster" Target="notesMasters/notesMaster1.xml"/><Relationship Id="rId64" Type="http://schemas.openxmlformats.org/officeDocument/2006/relationships/presProps" Target="presProps.xml" /><Relationship Id="rId65" Type="http://schemas.openxmlformats.org/officeDocument/2006/relationships/tableStyles" Target="tableStyles.xml" /><Relationship Id="rId66"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2"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nchor="ctr"/>
          <a:lstStyle>
            <a:lvl1pPr algn="l">
              <a:defRPr sz="1200"/>
            </a:lvl1pPr>
          </a:lstStyle>
          <a:p>
            <a:pPr>
              <a:defRPr/>
            </a:pPr>
            <a:endParaRPr/>
          </a:p>
        </p:txBody>
      </p:sp>
      <p:sp>
        <p:nvSpPr>
          <p:cNvPr id="3" name="Date Placeholder 2"/>
          <p:cNvSpPr>
            <a:spLocks noGrp="1"/>
          </p:cNvSpPr>
          <p:nvPr>
            <p:ph type="dt" idx="2"/>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3" name="Date Placeholder 2"/>
          <p:cNvSpPr>
            <a:spLocks noGrp="1"/>
          </p:cNvSpPr>
          <p:nvPr>
            <p:ph type="dt" idx="3"/>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5" name="Notes Placeholder 4"/>
          <p:cNvSpPr>
            <a:spLocks noGrp="1"/>
          </p:cNvSpPr>
          <p:nvPr>
            <p:ph type="body" sz="quarter" idx="1"/>
          </p:nvPr>
        </p:nvSpPr>
        <p:spPr bwMode="auto">
          <a:xfrm>
            <a:off x="685800" y="4400550"/>
            <a:ext cx="5486400" cy="3600450"/>
          </a:xfrm>
          <a:prstGeom prst="rect">
            <a:avLst/>
          </a:prstGeom>
        </p:spPr>
        <p:txBody>
          <a:bodyPr vert="horz" lIns="91440" tIns="45720" rIns="91440" bIns="45720" rtlCol="0" anchor="ctr"/>
          <a:lstStyle/>
          <a:p>
            <a:pPr>
              <a:defRPr/>
            </a:pPr>
            <a:endParaRPr/>
          </a:p>
        </p:txBody>
      </p:sp>
      <p:sp>
        <p:nvSpPr>
          <p:cNvPr id="6"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a:p>
        </p:txBody>
      </p:sp>
      <p:sp>
        <p:nvSpPr>
          <p:cNvPr id="7" name="Slide Number Placeholder 6"/>
          <p:cNvSpPr>
            <a:spLocks noGrp="1"/>
          </p:cNvSpPr>
          <p:nvPr>
            <p:ph type="sldNum" sz="quarter" idx="10"/>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endParaRPr/>
          </a:p>
        </p:txBody>
      </p:sp>
    </p:spTree>
  </p:cSld>
  <p:clrMap bg1="lt1" tx1="dk1" bg2="lt2" tx2="dk2" accent1="accent1" accent2="accent2" accent3="accent3" accent4="accent4" accent5="accent5" accent6="accent6" hlink="hlink" folHlink="folHlink"/>
  <p:notesStyle>
    <a:lvl1pPr marL="0" algn="l" defTabSz="914400">
      <a:defRPr sz="1200">
        <a:solidFill>
          <a:schemeClr val="tx1"/>
        </a:solidFill>
        <a:latin typeface="+mn-lt"/>
        <a:ea typeface="+mn-ea"/>
        <a:cs typeface="+mn-cs"/>
      </a:defRPr>
    </a:lvl1pPr>
    <a:lvl2pPr marL="457200" algn="l" defTabSz="914400">
      <a:defRPr sz="1200">
        <a:solidFill>
          <a:schemeClr val="tx1"/>
        </a:solidFill>
        <a:latin typeface="+mn-lt"/>
        <a:ea typeface="+mn-ea"/>
        <a:cs typeface="+mn-cs"/>
      </a:defRPr>
    </a:lvl2pPr>
    <a:lvl3pPr marL="914400" algn="l" defTabSz="914400">
      <a:defRPr sz="1200">
        <a:solidFill>
          <a:schemeClr val="tx1"/>
        </a:solidFill>
        <a:latin typeface="+mn-lt"/>
        <a:ea typeface="+mn-ea"/>
        <a:cs typeface="+mn-cs"/>
      </a:defRPr>
    </a:lvl3pPr>
    <a:lvl4pPr marL="1371600" algn="l" defTabSz="914400">
      <a:defRPr sz="1200">
        <a:solidFill>
          <a:schemeClr val="tx1"/>
        </a:solidFill>
        <a:latin typeface="+mn-lt"/>
        <a:ea typeface="+mn-ea"/>
        <a:cs typeface="+mn-cs"/>
      </a:defRPr>
    </a:lvl4pPr>
    <a:lvl5pPr marL="1828800" algn="l" defTabSz="914400">
      <a:defRPr sz="1200">
        <a:solidFill>
          <a:schemeClr val="tx1"/>
        </a:solidFill>
        <a:latin typeface="+mn-lt"/>
        <a:ea typeface="+mn-ea"/>
        <a:cs typeface="+mn-cs"/>
      </a:defRPr>
    </a:lvl5pPr>
    <a:lvl6pPr marL="2286000" algn="l" defTabSz="914400">
      <a:defRPr sz="1200">
        <a:solidFill>
          <a:schemeClr val="tx1"/>
        </a:solidFill>
        <a:latin typeface="+mn-lt"/>
        <a:ea typeface="+mn-ea"/>
        <a:cs typeface="+mn-cs"/>
      </a:defRPr>
    </a:lvl6pPr>
    <a:lvl7pPr marL="2743200" algn="l" defTabSz="914400">
      <a:defRPr sz="1200">
        <a:solidFill>
          <a:schemeClr val="tx1"/>
        </a:solidFill>
        <a:latin typeface="+mn-lt"/>
        <a:ea typeface="+mn-ea"/>
        <a:cs typeface="+mn-cs"/>
      </a:defRPr>
    </a:lvl7pPr>
    <a:lvl8pPr marL="3200400" algn="l" defTabSz="914400">
      <a:defRPr sz="1200">
        <a:solidFill>
          <a:schemeClr val="tx1"/>
        </a:solidFill>
        <a:latin typeface="+mn-lt"/>
        <a:ea typeface="+mn-ea"/>
        <a:cs typeface="+mn-cs"/>
      </a:defRPr>
    </a:lvl8pPr>
    <a:lvl9pPr marL="3657600" algn="l" defTabSz="91440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8A4F20EB-DF76-F374-ADC2-7A558B9DE951}" type="slidenum">
              <a:rPr/>
              <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10E3C027-9227-D8EF-A23F-D7D27286D7E4}" type="slidenum">
              <a:rPr/>
              <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0CAE5870-D8DE-8479-A121-3B848EB8912D}" type="slidenum">
              <a:rPr/>
              <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AD8F297E-611F-2D71-B292-7E44E5BADDE9}" type="slidenum">
              <a:rPr/>
              <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B067A4A0-83AA-4CB1-1678-2A0FD52055AE}" type="slidenum">
              <a:rPr/>
              <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45BA8F23-71BA-4857-FDF7-04345A219E39}" type="slidenum">
              <a:rPr/>
              <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99945969-1539-3D26-2DE3-CD2AEA838AEA}" type="slidenum">
              <a:rPr/>
              <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31D216E9-23AD-68AC-356F-036660933190}" type="slidenum">
              <a:rPr/>
              <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937BF4BD-0BB4-7F7E-5B42-D0A190E5FF76}" type="slidenum">
              <a:rPr/>
              <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A46E9CDB-051C-39CA-9563-802450C3E30B}" type="slidenum">
              <a:rPr/>
              <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45687485-EBC5-2DDB-7FCC-3231AC83B485}" type="slidenum">
              <a:rPr/>
              <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2001B58C-C034-96B4-5624-35BE52FCE7EB}" type="slidenum">
              <a:rPr/>
              <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4B4E7CDD-4D28-2FD4-911D-4AAEFADC083A}" type="slidenum">
              <a:rPr/>
              <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BB7F5273-E4AC-FEFC-210B-2F77E9B447CE}" type="slidenum">
              <a:rPr/>
              <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F2928963-8020-CA70-8DAA-2DC01FA51D88}" type="slidenum">
              <a:rPr/>
              <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58FF7941-5935-2F89-59CA-750E510FDD44}" type="slidenum">
              <a:rPr/>
              <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CE5C38B8-304A-5416-AEAA-25831CF73E75}" type="slidenum">
              <a:rPr/>
              <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D8FAFE44-E51C-5487-0989-2E6DEA7B859F}" type="slidenum">
              <a:rPr/>
              <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3B5D99E0-E598-04A7-F757-CFBB715D5294}" type="slidenum">
              <a:rPr/>
              <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6A577604-2381-6B64-D8DB-FFD1FD6E6065}" type="slidenum">
              <a:rPr/>
              <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3676D478-F3AE-BD12-C2F8-5AF9E46DEF63}" type="slidenum">
              <a:rPr/>
              <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6E5A5CCF-7E04-D530-B0E0-BA67F4B25AB3}" type="slidenum">
              <a:rPr/>
              <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0F16B489-E05B-42F0-2D3F-C39ED06F9C34}" type="slidenum">
              <a:rPr/>
              <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1FADBD1A-9DC3-B502-5829-A684F3187382}" type="slidenum">
              <a:rPr/>
              <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46372A4E-9176-874A-6873-2BCF30A546EB}" type="slidenum">
              <a:rPr/>
              <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4DBDD660-B81C-9C11-D483-0B3EC6719B1F}" type="slidenum">
              <a:rPr/>
              <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3B14216F-7AA8-3156-1FE2-F9818F7FFA0D}" type="slidenum">
              <a:rPr/>
              <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D74BBEFE-AC56-8916-E482-033DC68761AE}" type="slidenum">
              <a:rPr/>
              <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81193240-A373-E57A-6C56-8313D16F09CE}" type="slidenum">
              <a:rPr/>
              <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F33E4EB6-BFAC-E4A6-3B22-370FA5CE7C8A}" type="slidenum">
              <a:rPr/>
              <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B42B6CCE-B591-4C75-8055-C176CA7CC4D8}" type="slidenum">
              <a:rPr/>
              <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4B058EA9-07A9-D8C1-6431-C2C8F95D245D}" type="slidenum">
              <a:rPr/>
              <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EEA6216A-E6AC-9DBD-2466-A691B9C6A1E8}" type="slidenum">
              <a:rPr/>
              <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857FAABC-CF56-5025-8323-8FDC62225668}" type="slidenum">
              <a:rPr/>
              <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1990D4F3-D43B-5BF0-3F45-EF96FA88D61E}" type="slidenum">
              <a:rPr/>
              <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DF47F4DB-F694-E87A-80B5-C11A514B8C08}" type="slidenum">
              <a:rPr/>
              <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2BF81748-C70A-5CEA-0570-E2AFEDED123E}" type="slidenum">
              <a:rPr/>
              <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A3C4946F-9471-DA8E-8C13-2D3ADD47492C}" type="slidenum">
              <a:rPr/>
              <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26547FE5-9EC9-E959-B89B-9175E87A413F}" type="slidenum">
              <a:rPr/>
              <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1B2426D4-9D1D-F502-5016-6A4538673726}" type="slidenum">
              <a:rPr/>
              <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042D2C3E-FAF7-1B31-B8B1-551A9FA95D41}" type="slidenum">
              <a:rPr/>
              <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331E6C85-DF53-8F1F-F845-025500AB4545}" type="slidenum">
              <a:rPr/>
              <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F5E359D1-6CB9-A763-23F2-5D4B261CDC07}" type="slidenum">
              <a:rPr/>
              <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22012E47-C847-2390-24E3-69E1276FD96F}" type="slidenum">
              <a:rPr/>
              <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898C447D-10DB-1705-F34E-8499A3A77178}" type="slidenum">
              <a:rPr/>
              <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0509A6A1-0E36-6340-E23C-DA79C0AB5B23}" type="slidenum">
              <a:rPr/>
              <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48FB9245-9DE6-E2A5-11C5-5008F7CADDB7}" type="slidenum">
              <a:rPr/>
              <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F85EE6CA-48CA-DE67-D2C4-E574250DC5A3}" type="slidenum">
              <a:rPr/>
              <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7CBFE4E4-E472-6F08-9502-428730BD6872}" type="slidenum">
              <a:rPr/>
              <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0A9292E8-9C25-5B28-EC53-A48A1E83B72E}" type="slidenum">
              <a:rPr/>
              <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51D62F08-D285-88A9-D3E5-601DF43958A0}" type="slidenum">
              <a:rPr/>
              <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349FB65F-1960-9E53-B466-8D52988EAE0C}" type="slidenum">
              <a:rPr/>
              <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B873A5BB-6E87-63BC-0433-7720886021B4}" type="slidenum">
              <a:rPr/>
              <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F9DCAC1E-FFBD-0FAE-18B4-50E1129E1480}" type="slidenum">
              <a:rPr/>
              <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33AEFD3C-8451-27CA-1D50-A2CF6963ECAD}" type="slidenum">
              <a:rPr/>
              <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8B816BC4-7B96-1B0D-D8A4-8B00AB87459C}" type="slidenum">
              <a:rPr/>
              <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064EE540-CEBB-8183-AF80-BB10E1D086F9}" type="slidenum">
              <a:rPr/>
              <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31F4D2DA-52B5-335A-4F90-D481D201C2FE}" type="slidenum">
              <a:rPr/>
              <a:t/>
            </a:fld>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FC3307BD-79D8-1C8E-506F-5295E1AC5830}" type="slidenum">
              <a:rPr/>
              <a:t/>
            </a:fld>
            <a:endParaRP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 userDrawn="1">
  <p:cSld name="Slide de Título">
    <p:spTree>
      <p:nvGrpSpPr>
        <p:cNvPr id="1" name=""/>
        <p:cNvGrpSpPr/>
        <p:nvPr/>
      </p:nvGrpSpPr>
      <p:grpSpPr bwMode="auto">
        <a:xfrm>
          <a:off x="0" y="0"/>
          <a:ext cx="0" cy="0"/>
          <a:chOff x="0" y="0"/>
          <a:chExt cx="0" cy="0"/>
        </a:xfrm>
      </p:grpSpPr>
      <p:sp>
        <p:nvSpPr>
          <p:cNvPr id="1360844004" name="Título 1"/>
          <p:cNvSpPr>
            <a:spLocks noGrp="1"/>
          </p:cNvSpPr>
          <p:nvPr>
            <p:ph type="ctrTitle"/>
          </p:nvPr>
        </p:nvSpPr>
        <p:spPr bwMode="auto">
          <a:xfrm>
            <a:off x="1524000" y="1122363"/>
            <a:ext cx="9144000" cy="2387600"/>
          </a:xfrm>
        </p:spPr>
        <p:txBody>
          <a:bodyPr anchor="b"/>
          <a:lstStyle>
            <a:lvl1pPr algn="ctr">
              <a:defRPr sz="6000"/>
            </a:lvl1pPr>
          </a:lstStyle>
          <a:p>
            <a:pPr>
              <a:defRPr/>
            </a:pPr>
            <a:r>
              <a:rPr lang="pt-BR"/>
              <a:t>Clique para editar o título Mestre</a:t>
            </a:r>
            <a:endParaRPr/>
          </a:p>
        </p:txBody>
      </p:sp>
      <p:sp>
        <p:nvSpPr>
          <p:cNvPr id="14909767" name="Subtítulo 2"/>
          <p:cNvSpPr>
            <a:spLocks noGrp="1"/>
          </p:cNvSpPr>
          <p:nvPr>
            <p:ph type="subTitle" idx="1"/>
          </p:nvPr>
        </p:nvSpPr>
        <p:spPr bwMode="auto">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a:pPr>
            <a:r>
              <a:rPr lang="pt-BR"/>
              <a:t>Clique para editar o estilo do subtítulo Mestre</a:t>
            </a:r>
            <a:endParaRPr/>
          </a:p>
        </p:txBody>
      </p:sp>
      <p:sp>
        <p:nvSpPr>
          <p:cNvPr id="1620705798" name="Espaço Reservado para Data 3"/>
          <p:cNvSpPr>
            <a:spLocks noGrp="1"/>
          </p:cNvSpPr>
          <p:nvPr>
            <p:ph type="dt" sz="half" idx="10"/>
          </p:nvPr>
        </p:nvSpPr>
        <p:spPr bwMode="auto"/>
        <p:txBody>
          <a:bodyPr/>
          <a:lstStyle/>
          <a:p>
            <a:pPr>
              <a:defRPr/>
            </a:pPr>
            <a:fld id="{3C97452E-BEF4-4B30-BC96-2BDDFB43E54A}" type="datetimeFigureOut">
              <a:rPr lang="pt-BR"/>
              <a:t>23/02/2024</a:t>
            </a:fld>
            <a:endParaRPr lang="pt-BR"/>
          </a:p>
        </p:txBody>
      </p:sp>
      <p:sp>
        <p:nvSpPr>
          <p:cNvPr id="455667711" name="Espaço Reservado para Rodapé 4"/>
          <p:cNvSpPr>
            <a:spLocks noGrp="1"/>
          </p:cNvSpPr>
          <p:nvPr>
            <p:ph type="ftr" sz="quarter" idx="11"/>
          </p:nvPr>
        </p:nvSpPr>
        <p:spPr bwMode="auto"/>
        <p:txBody>
          <a:bodyPr/>
          <a:lstStyle/>
          <a:p>
            <a:pPr>
              <a:defRPr/>
            </a:pPr>
            <a:endParaRPr lang="pt-BR"/>
          </a:p>
        </p:txBody>
      </p:sp>
      <p:sp>
        <p:nvSpPr>
          <p:cNvPr id="1148633912" name="Espaço Reservado para Número de Slide 5"/>
          <p:cNvSpPr>
            <a:spLocks noGrp="1"/>
          </p:cNvSpPr>
          <p:nvPr>
            <p:ph type="sldNum" sz="quarter" idx="12"/>
          </p:nvPr>
        </p:nvSpPr>
        <p:spPr bwMode="auto"/>
        <p:txBody>
          <a:bodyPr/>
          <a:lstStyle/>
          <a:p>
            <a:pPr>
              <a:defRPr/>
            </a:pPr>
            <a:fld id="{AB592BB1-94AB-4682-A1CF-D43CE9668CFB}" type="slidenum">
              <a:rPr lang="pt-BR"/>
              <a:t>‹nº›</a:t>
            </a:fld>
            <a:endParaRPr lang="pt-B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Título e Conteúdo">
    <p:spTree>
      <p:nvGrpSpPr>
        <p:cNvPr id="1" name=""/>
        <p:cNvGrpSpPr/>
        <p:nvPr/>
      </p:nvGrpSpPr>
      <p:grpSpPr bwMode="auto">
        <a:xfrm>
          <a:off x="0" y="0"/>
          <a:ext cx="0" cy="0"/>
          <a:chOff x="0" y="0"/>
          <a:chExt cx="0" cy="0"/>
        </a:xfrm>
      </p:grpSpPr>
      <p:sp>
        <p:nvSpPr>
          <p:cNvPr id="522663163" name="Título 1"/>
          <p:cNvSpPr>
            <a:spLocks noGrp="1"/>
          </p:cNvSpPr>
          <p:nvPr>
            <p:ph type="title"/>
          </p:nvPr>
        </p:nvSpPr>
        <p:spPr bwMode="auto"/>
        <p:txBody>
          <a:bodyPr/>
          <a:lstStyle/>
          <a:p>
            <a:pPr>
              <a:defRPr/>
            </a:pPr>
            <a:r>
              <a:rPr lang="pt-BR"/>
              <a:t>Clique para editar o título Mestre</a:t>
            </a:r>
            <a:endParaRPr/>
          </a:p>
        </p:txBody>
      </p:sp>
      <p:sp>
        <p:nvSpPr>
          <p:cNvPr id="593056168" name="Espaço Reservado para Conteúdo 2"/>
          <p:cNvSpPr>
            <a:spLocks noGrp="1"/>
          </p:cNvSpPr>
          <p:nvPr>
            <p:ph idx="1"/>
          </p:nvPr>
        </p:nvSpPr>
        <p:spPr bwMode="auto"/>
        <p:txBody>
          <a:bodyPr/>
          <a:lstStyle/>
          <a:p>
            <a:pPr lvl="0">
              <a:defRPr/>
            </a:pPr>
            <a:r>
              <a:rPr lang="pt-BR"/>
              <a:t>Editar estilos de texto Mestre</a:t>
            </a:r>
            <a:endParaRPr/>
          </a:p>
          <a:p>
            <a:pPr lvl="1">
              <a:defRPr/>
            </a:pPr>
            <a:r>
              <a:rPr lang="pt-BR"/>
              <a:t>Segundo nível</a:t>
            </a:r>
            <a:endParaRPr/>
          </a:p>
          <a:p>
            <a:pPr lvl="2">
              <a:defRPr/>
            </a:pPr>
            <a:r>
              <a:rPr lang="pt-BR"/>
              <a:t>Terceiro nível</a:t>
            </a:r>
            <a:endParaRPr/>
          </a:p>
          <a:p>
            <a:pPr lvl="3">
              <a:defRPr/>
            </a:pPr>
            <a:r>
              <a:rPr lang="pt-BR"/>
              <a:t>Quarto nível</a:t>
            </a:r>
            <a:endParaRPr/>
          </a:p>
          <a:p>
            <a:pPr lvl="4">
              <a:defRPr/>
            </a:pPr>
            <a:r>
              <a:rPr lang="pt-BR"/>
              <a:t>Quinto nível</a:t>
            </a:r>
            <a:endParaRPr/>
          </a:p>
        </p:txBody>
      </p:sp>
      <p:sp>
        <p:nvSpPr>
          <p:cNvPr id="670115051" name="Espaço Reservado para Data 3"/>
          <p:cNvSpPr>
            <a:spLocks noGrp="1"/>
          </p:cNvSpPr>
          <p:nvPr>
            <p:ph type="dt" sz="half" idx="10"/>
          </p:nvPr>
        </p:nvSpPr>
        <p:spPr bwMode="auto"/>
        <p:txBody>
          <a:bodyPr/>
          <a:lstStyle/>
          <a:p>
            <a:pPr>
              <a:defRPr/>
            </a:pPr>
            <a:fld id="{3C97452E-BEF4-4B30-BC96-2BDDFB43E54A}" type="datetimeFigureOut">
              <a:rPr lang="pt-BR"/>
              <a:t>23/02/2024</a:t>
            </a:fld>
            <a:endParaRPr lang="pt-BR"/>
          </a:p>
        </p:txBody>
      </p:sp>
      <p:sp>
        <p:nvSpPr>
          <p:cNvPr id="1652880487" name="Espaço Reservado para Rodapé 4"/>
          <p:cNvSpPr>
            <a:spLocks noGrp="1"/>
          </p:cNvSpPr>
          <p:nvPr>
            <p:ph type="ftr" sz="quarter" idx="11"/>
          </p:nvPr>
        </p:nvSpPr>
        <p:spPr bwMode="auto"/>
        <p:txBody>
          <a:bodyPr/>
          <a:lstStyle/>
          <a:p>
            <a:pPr>
              <a:defRPr/>
            </a:pPr>
            <a:endParaRPr lang="pt-BR"/>
          </a:p>
        </p:txBody>
      </p:sp>
      <p:sp>
        <p:nvSpPr>
          <p:cNvPr id="1080550607" name="Espaço Reservado para Número de Slide 5"/>
          <p:cNvSpPr>
            <a:spLocks noGrp="1"/>
          </p:cNvSpPr>
          <p:nvPr>
            <p:ph type="sldNum" sz="quarter" idx="12"/>
          </p:nvPr>
        </p:nvSpPr>
        <p:spPr bwMode="auto"/>
        <p:txBody>
          <a:bodyPr/>
          <a:lstStyle/>
          <a:p>
            <a:pPr>
              <a:defRPr/>
            </a:pPr>
            <a:fld id="{AB592BB1-94AB-4682-A1CF-D43CE9668CFB}" type="slidenum">
              <a:rPr lang="pt-BR"/>
              <a:t>‹nº›</a:t>
            </a:fld>
            <a:endParaRPr lang="pt-B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secHead" userDrawn="1">
  <p:cSld name="Cabeçalho da Seção">
    <p:spTree>
      <p:nvGrpSpPr>
        <p:cNvPr id="1" name=""/>
        <p:cNvGrpSpPr/>
        <p:nvPr/>
      </p:nvGrpSpPr>
      <p:grpSpPr bwMode="auto">
        <a:xfrm>
          <a:off x="0" y="0"/>
          <a:ext cx="0" cy="0"/>
          <a:chOff x="0" y="0"/>
          <a:chExt cx="0" cy="0"/>
        </a:xfrm>
      </p:grpSpPr>
      <p:sp>
        <p:nvSpPr>
          <p:cNvPr id="499247531" name="Título 1"/>
          <p:cNvSpPr>
            <a:spLocks noGrp="1"/>
          </p:cNvSpPr>
          <p:nvPr>
            <p:ph type="title"/>
          </p:nvPr>
        </p:nvSpPr>
        <p:spPr bwMode="auto">
          <a:xfrm>
            <a:off x="831850" y="1709738"/>
            <a:ext cx="10515600" cy="2852737"/>
          </a:xfrm>
        </p:spPr>
        <p:txBody>
          <a:bodyPr anchor="b"/>
          <a:lstStyle>
            <a:lvl1pPr>
              <a:defRPr sz="6000"/>
            </a:lvl1pPr>
          </a:lstStyle>
          <a:p>
            <a:pPr>
              <a:defRPr/>
            </a:pPr>
            <a:r>
              <a:rPr lang="pt-BR"/>
              <a:t>Clique para editar o título Mestre</a:t>
            </a:r>
            <a:endParaRPr/>
          </a:p>
        </p:txBody>
      </p:sp>
      <p:sp>
        <p:nvSpPr>
          <p:cNvPr id="1540890502" name="Espaço Reservado para Texto 2"/>
          <p:cNvSpPr>
            <a:spLocks noGrp="1"/>
          </p:cNvSpPr>
          <p:nvPr>
            <p:ph type="body" idx="1"/>
          </p:nvPr>
        </p:nvSpPr>
        <p:spPr bwMode="auto">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defRPr/>
            </a:pPr>
            <a:r>
              <a:rPr lang="pt-BR"/>
              <a:t>Editar estilos de texto Mestre</a:t>
            </a:r>
            <a:endParaRPr/>
          </a:p>
        </p:txBody>
      </p:sp>
      <p:sp>
        <p:nvSpPr>
          <p:cNvPr id="665952655" name="Espaço Reservado para Data 3"/>
          <p:cNvSpPr>
            <a:spLocks noGrp="1"/>
          </p:cNvSpPr>
          <p:nvPr>
            <p:ph type="dt" sz="half" idx="10"/>
          </p:nvPr>
        </p:nvSpPr>
        <p:spPr bwMode="auto"/>
        <p:txBody>
          <a:bodyPr/>
          <a:lstStyle/>
          <a:p>
            <a:pPr>
              <a:defRPr/>
            </a:pPr>
            <a:fld id="{3C97452E-BEF4-4B30-BC96-2BDDFB43E54A}" type="datetimeFigureOut">
              <a:rPr lang="pt-BR"/>
              <a:t>23/02/2024</a:t>
            </a:fld>
            <a:endParaRPr lang="pt-BR"/>
          </a:p>
        </p:txBody>
      </p:sp>
      <p:sp>
        <p:nvSpPr>
          <p:cNvPr id="366010465" name="Espaço Reservado para Rodapé 4"/>
          <p:cNvSpPr>
            <a:spLocks noGrp="1"/>
          </p:cNvSpPr>
          <p:nvPr>
            <p:ph type="ftr" sz="quarter" idx="11"/>
          </p:nvPr>
        </p:nvSpPr>
        <p:spPr bwMode="auto"/>
        <p:txBody>
          <a:bodyPr/>
          <a:lstStyle/>
          <a:p>
            <a:pPr>
              <a:defRPr/>
            </a:pPr>
            <a:endParaRPr lang="pt-BR"/>
          </a:p>
        </p:txBody>
      </p:sp>
      <p:sp>
        <p:nvSpPr>
          <p:cNvPr id="37351562" name="Espaço Reservado para Número de Slide 5"/>
          <p:cNvSpPr>
            <a:spLocks noGrp="1"/>
          </p:cNvSpPr>
          <p:nvPr>
            <p:ph type="sldNum" sz="quarter" idx="12"/>
          </p:nvPr>
        </p:nvSpPr>
        <p:spPr bwMode="auto"/>
        <p:txBody>
          <a:bodyPr/>
          <a:lstStyle/>
          <a:p>
            <a:pPr>
              <a:defRPr/>
            </a:pPr>
            <a:fld id="{AB592BB1-94AB-4682-A1CF-D43CE9668CFB}" type="slidenum">
              <a:rPr lang="pt-BR"/>
              <a:t>‹nº›</a:t>
            </a:fld>
            <a:endParaRPr lang="pt-B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Obj" userDrawn="1">
  <p:cSld name="Duas Partes de Conteúdo">
    <p:spTree>
      <p:nvGrpSpPr>
        <p:cNvPr id="1" name=""/>
        <p:cNvGrpSpPr/>
        <p:nvPr/>
      </p:nvGrpSpPr>
      <p:grpSpPr bwMode="auto">
        <a:xfrm>
          <a:off x="0" y="0"/>
          <a:ext cx="0" cy="0"/>
          <a:chOff x="0" y="0"/>
          <a:chExt cx="0" cy="0"/>
        </a:xfrm>
      </p:grpSpPr>
      <p:sp>
        <p:nvSpPr>
          <p:cNvPr id="566109594" name="Título 1"/>
          <p:cNvSpPr>
            <a:spLocks noGrp="1"/>
          </p:cNvSpPr>
          <p:nvPr>
            <p:ph type="title"/>
          </p:nvPr>
        </p:nvSpPr>
        <p:spPr bwMode="auto"/>
        <p:txBody>
          <a:bodyPr/>
          <a:lstStyle/>
          <a:p>
            <a:pPr>
              <a:defRPr/>
            </a:pPr>
            <a:r>
              <a:rPr lang="pt-BR"/>
              <a:t>Clique para editar o título Mestre</a:t>
            </a:r>
            <a:endParaRPr/>
          </a:p>
        </p:txBody>
      </p:sp>
      <p:sp>
        <p:nvSpPr>
          <p:cNvPr id="1875310924" name="Espaço Reservado para Conteúdo 2"/>
          <p:cNvSpPr>
            <a:spLocks noGrp="1"/>
          </p:cNvSpPr>
          <p:nvPr>
            <p:ph sz="half" idx="1"/>
          </p:nvPr>
        </p:nvSpPr>
        <p:spPr bwMode="auto">
          <a:xfrm>
            <a:off x="838200" y="1825625"/>
            <a:ext cx="5181600" cy="4351338"/>
          </a:xfrm>
        </p:spPr>
        <p:txBody>
          <a:bodyPr/>
          <a:lstStyle/>
          <a:p>
            <a:pPr lvl="0">
              <a:defRPr/>
            </a:pPr>
            <a:r>
              <a:rPr lang="pt-BR"/>
              <a:t>Editar estilos de texto Mestre</a:t>
            </a:r>
            <a:endParaRPr/>
          </a:p>
          <a:p>
            <a:pPr lvl="1">
              <a:defRPr/>
            </a:pPr>
            <a:r>
              <a:rPr lang="pt-BR"/>
              <a:t>Segundo nível</a:t>
            </a:r>
            <a:endParaRPr/>
          </a:p>
          <a:p>
            <a:pPr lvl="2">
              <a:defRPr/>
            </a:pPr>
            <a:r>
              <a:rPr lang="pt-BR"/>
              <a:t>Terceiro nível</a:t>
            </a:r>
            <a:endParaRPr/>
          </a:p>
          <a:p>
            <a:pPr lvl="3">
              <a:defRPr/>
            </a:pPr>
            <a:r>
              <a:rPr lang="pt-BR"/>
              <a:t>Quarto nível</a:t>
            </a:r>
            <a:endParaRPr/>
          </a:p>
          <a:p>
            <a:pPr lvl="4">
              <a:defRPr/>
            </a:pPr>
            <a:r>
              <a:rPr lang="pt-BR"/>
              <a:t>Quinto nível</a:t>
            </a:r>
            <a:endParaRPr/>
          </a:p>
        </p:txBody>
      </p:sp>
      <p:sp>
        <p:nvSpPr>
          <p:cNvPr id="826122423" name="Espaço Reservado para Conteúdo 3"/>
          <p:cNvSpPr>
            <a:spLocks noGrp="1"/>
          </p:cNvSpPr>
          <p:nvPr>
            <p:ph sz="half" idx="2"/>
          </p:nvPr>
        </p:nvSpPr>
        <p:spPr bwMode="auto">
          <a:xfrm>
            <a:off x="6172200" y="1825625"/>
            <a:ext cx="5181600" cy="4351338"/>
          </a:xfrm>
        </p:spPr>
        <p:txBody>
          <a:bodyPr/>
          <a:lstStyle/>
          <a:p>
            <a:pPr lvl="0">
              <a:defRPr/>
            </a:pPr>
            <a:r>
              <a:rPr lang="pt-BR"/>
              <a:t>Editar estilos de texto Mestre</a:t>
            </a:r>
            <a:endParaRPr/>
          </a:p>
          <a:p>
            <a:pPr lvl="1">
              <a:defRPr/>
            </a:pPr>
            <a:r>
              <a:rPr lang="pt-BR"/>
              <a:t>Segundo nível</a:t>
            </a:r>
            <a:endParaRPr/>
          </a:p>
          <a:p>
            <a:pPr lvl="2">
              <a:defRPr/>
            </a:pPr>
            <a:r>
              <a:rPr lang="pt-BR"/>
              <a:t>Terceiro nível</a:t>
            </a:r>
            <a:endParaRPr/>
          </a:p>
          <a:p>
            <a:pPr lvl="3">
              <a:defRPr/>
            </a:pPr>
            <a:r>
              <a:rPr lang="pt-BR"/>
              <a:t>Quarto nível</a:t>
            </a:r>
            <a:endParaRPr/>
          </a:p>
          <a:p>
            <a:pPr lvl="4">
              <a:defRPr/>
            </a:pPr>
            <a:r>
              <a:rPr lang="pt-BR"/>
              <a:t>Quinto nível</a:t>
            </a:r>
            <a:endParaRPr/>
          </a:p>
        </p:txBody>
      </p:sp>
      <p:sp>
        <p:nvSpPr>
          <p:cNvPr id="1901721252" name="Espaço Reservado para Data 4"/>
          <p:cNvSpPr>
            <a:spLocks noGrp="1"/>
          </p:cNvSpPr>
          <p:nvPr>
            <p:ph type="dt" sz="half" idx="10"/>
          </p:nvPr>
        </p:nvSpPr>
        <p:spPr bwMode="auto"/>
        <p:txBody>
          <a:bodyPr/>
          <a:lstStyle/>
          <a:p>
            <a:pPr>
              <a:defRPr/>
            </a:pPr>
            <a:fld id="{3C97452E-BEF4-4B30-BC96-2BDDFB43E54A}" type="datetimeFigureOut">
              <a:rPr lang="pt-BR"/>
              <a:t>23/02/2024</a:t>
            </a:fld>
            <a:endParaRPr lang="pt-BR"/>
          </a:p>
        </p:txBody>
      </p:sp>
      <p:sp>
        <p:nvSpPr>
          <p:cNvPr id="1600882303" name="Espaço Reservado para Rodapé 5"/>
          <p:cNvSpPr>
            <a:spLocks noGrp="1"/>
          </p:cNvSpPr>
          <p:nvPr>
            <p:ph type="ftr" sz="quarter" idx="11"/>
          </p:nvPr>
        </p:nvSpPr>
        <p:spPr bwMode="auto"/>
        <p:txBody>
          <a:bodyPr/>
          <a:lstStyle/>
          <a:p>
            <a:pPr>
              <a:defRPr/>
            </a:pPr>
            <a:endParaRPr lang="pt-BR"/>
          </a:p>
        </p:txBody>
      </p:sp>
      <p:sp>
        <p:nvSpPr>
          <p:cNvPr id="248129564" name="Espaço Reservado para Número de Slide 6"/>
          <p:cNvSpPr>
            <a:spLocks noGrp="1"/>
          </p:cNvSpPr>
          <p:nvPr>
            <p:ph type="sldNum" sz="quarter" idx="12"/>
          </p:nvPr>
        </p:nvSpPr>
        <p:spPr bwMode="auto"/>
        <p:txBody>
          <a:bodyPr/>
          <a:lstStyle/>
          <a:p>
            <a:pPr>
              <a:defRPr/>
            </a:pPr>
            <a:fld id="{AB592BB1-94AB-4682-A1CF-D43CE9668CFB}" type="slidenum">
              <a:rPr lang="pt-BR"/>
              <a:t>‹nº›</a:t>
            </a:fld>
            <a:endParaRPr lang="pt-B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TxTwoObj" userDrawn="1">
  <p:cSld name="Comparação">
    <p:spTree>
      <p:nvGrpSpPr>
        <p:cNvPr id="1" name=""/>
        <p:cNvGrpSpPr/>
        <p:nvPr/>
      </p:nvGrpSpPr>
      <p:grpSpPr bwMode="auto">
        <a:xfrm>
          <a:off x="0" y="0"/>
          <a:ext cx="0" cy="0"/>
          <a:chOff x="0" y="0"/>
          <a:chExt cx="0" cy="0"/>
        </a:xfrm>
      </p:grpSpPr>
      <p:sp>
        <p:nvSpPr>
          <p:cNvPr id="821395640" name="Título 1"/>
          <p:cNvSpPr>
            <a:spLocks noGrp="1"/>
          </p:cNvSpPr>
          <p:nvPr>
            <p:ph type="title"/>
          </p:nvPr>
        </p:nvSpPr>
        <p:spPr bwMode="auto">
          <a:xfrm>
            <a:off x="839788" y="365125"/>
            <a:ext cx="10515600" cy="1325563"/>
          </a:xfrm>
        </p:spPr>
        <p:txBody>
          <a:bodyPr/>
          <a:lstStyle/>
          <a:p>
            <a:pPr>
              <a:defRPr/>
            </a:pPr>
            <a:r>
              <a:rPr lang="pt-BR"/>
              <a:t>Clique para editar o título Mestre</a:t>
            </a:r>
            <a:endParaRPr/>
          </a:p>
        </p:txBody>
      </p:sp>
      <p:sp>
        <p:nvSpPr>
          <p:cNvPr id="1812387730" name="Espaço Reservado para Texto 2"/>
          <p:cNvSpPr>
            <a:spLocks noGrp="1"/>
          </p:cNvSpPr>
          <p:nvPr>
            <p:ph type="body" idx="1"/>
          </p:nvPr>
        </p:nvSpPr>
        <p:spPr bwMode="auto">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pt-BR"/>
              <a:t>Editar estilos de texto Mestre</a:t>
            </a:r>
            <a:endParaRPr/>
          </a:p>
        </p:txBody>
      </p:sp>
      <p:sp>
        <p:nvSpPr>
          <p:cNvPr id="777513106" name="Espaço Reservado para Conteúdo 3"/>
          <p:cNvSpPr>
            <a:spLocks noGrp="1"/>
          </p:cNvSpPr>
          <p:nvPr>
            <p:ph sz="half" idx="2"/>
          </p:nvPr>
        </p:nvSpPr>
        <p:spPr bwMode="auto">
          <a:xfrm>
            <a:off x="839788" y="2505074"/>
            <a:ext cx="5157787" cy="3684588"/>
          </a:xfrm>
        </p:spPr>
        <p:txBody>
          <a:bodyPr/>
          <a:lstStyle/>
          <a:p>
            <a:pPr lvl="0">
              <a:defRPr/>
            </a:pPr>
            <a:r>
              <a:rPr lang="pt-BR"/>
              <a:t>Editar estilos de texto Mestre</a:t>
            </a:r>
            <a:endParaRPr/>
          </a:p>
          <a:p>
            <a:pPr lvl="1">
              <a:defRPr/>
            </a:pPr>
            <a:r>
              <a:rPr lang="pt-BR"/>
              <a:t>Segundo nível</a:t>
            </a:r>
            <a:endParaRPr/>
          </a:p>
          <a:p>
            <a:pPr lvl="2">
              <a:defRPr/>
            </a:pPr>
            <a:r>
              <a:rPr lang="pt-BR"/>
              <a:t>Terceiro nível</a:t>
            </a:r>
            <a:endParaRPr/>
          </a:p>
          <a:p>
            <a:pPr lvl="3">
              <a:defRPr/>
            </a:pPr>
            <a:r>
              <a:rPr lang="pt-BR"/>
              <a:t>Quarto nível</a:t>
            </a:r>
            <a:endParaRPr/>
          </a:p>
          <a:p>
            <a:pPr lvl="4">
              <a:defRPr/>
            </a:pPr>
            <a:r>
              <a:rPr lang="pt-BR"/>
              <a:t>Quinto nível</a:t>
            </a:r>
            <a:endParaRPr/>
          </a:p>
        </p:txBody>
      </p:sp>
      <p:sp>
        <p:nvSpPr>
          <p:cNvPr id="1273394533" name="Espaço Reservado para Texto 4"/>
          <p:cNvSpPr>
            <a:spLocks noGrp="1"/>
          </p:cNvSpPr>
          <p:nvPr>
            <p:ph type="body" sz="quarter" idx="3"/>
          </p:nvPr>
        </p:nvSpPr>
        <p:spPr bwMode="auto">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pt-BR"/>
              <a:t>Editar estilos de texto Mestre</a:t>
            </a:r>
            <a:endParaRPr/>
          </a:p>
        </p:txBody>
      </p:sp>
      <p:sp>
        <p:nvSpPr>
          <p:cNvPr id="1841426659" name="Espaço Reservado para Conteúdo 5"/>
          <p:cNvSpPr>
            <a:spLocks noGrp="1"/>
          </p:cNvSpPr>
          <p:nvPr>
            <p:ph sz="quarter" idx="4"/>
          </p:nvPr>
        </p:nvSpPr>
        <p:spPr bwMode="auto">
          <a:xfrm>
            <a:off x="6172200" y="2505074"/>
            <a:ext cx="5183188" cy="3684588"/>
          </a:xfrm>
        </p:spPr>
        <p:txBody>
          <a:bodyPr/>
          <a:lstStyle/>
          <a:p>
            <a:pPr lvl="0">
              <a:defRPr/>
            </a:pPr>
            <a:r>
              <a:rPr lang="pt-BR"/>
              <a:t>Editar estilos de texto Mestre</a:t>
            </a:r>
            <a:endParaRPr/>
          </a:p>
          <a:p>
            <a:pPr lvl="1">
              <a:defRPr/>
            </a:pPr>
            <a:r>
              <a:rPr lang="pt-BR"/>
              <a:t>Segundo nível</a:t>
            </a:r>
            <a:endParaRPr/>
          </a:p>
          <a:p>
            <a:pPr lvl="2">
              <a:defRPr/>
            </a:pPr>
            <a:r>
              <a:rPr lang="pt-BR"/>
              <a:t>Terceiro nível</a:t>
            </a:r>
            <a:endParaRPr/>
          </a:p>
          <a:p>
            <a:pPr lvl="3">
              <a:defRPr/>
            </a:pPr>
            <a:r>
              <a:rPr lang="pt-BR"/>
              <a:t>Quarto nível</a:t>
            </a:r>
            <a:endParaRPr/>
          </a:p>
          <a:p>
            <a:pPr lvl="4">
              <a:defRPr/>
            </a:pPr>
            <a:r>
              <a:rPr lang="pt-BR"/>
              <a:t>Quinto nível</a:t>
            </a:r>
            <a:endParaRPr/>
          </a:p>
        </p:txBody>
      </p:sp>
      <p:sp>
        <p:nvSpPr>
          <p:cNvPr id="366257406" name="Espaço Reservado para Data 6"/>
          <p:cNvSpPr>
            <a:spLocks noGrp="1"/>
          </p:cNvSpPr>
          <p:nvPr>
            <p:ph type="dt" sz="half" idx="10"/>
          </p:nvPr>
        </p:nvSpPr>
        <p:spPr bwMode="auto"/>
        <p:txBody>
          <a:bodyPr/>
          <a:lstStyle/>
          <a:p>
            <a:pPr>
              <a:defRPr/>
            </a:pPr>
            <a:fld id="{3C97452E-BEF4-4B30-BC96-2BDDFB43E54A}" type="datetimeFigureOut">
              <a:rPr lang="pt-BR"/>
              <a:t>23/02/2024</a:t>
            </a:fld>
            <a:endParaRPr lang="pt-BR"/>
          </a:p>
        </p:txBody>
      </p:sp>
      <p:sp>
        <p:nvSpPr>
          <p:cNvPr id="1815987243" name="Espaço Reservado para Rodapé 7"/>
          <p:cNvSpPr>
            <a:spLocks noGrp="1"/>
          </p:cNvSpPr>
          <p:nvPr>
            <p:ph type="ftr" sz="quarter" idx="11"/>
          </p:nvPr>
        </p:nvSpPr>
        <p:spPr bwMode="auto"/>
        <p:txBody>
          <a:bodyPr/>
          <a:lstStyle/>
          <a:p>
            <a:pPr>
              <a:defRPr/>
            </a:pPr>
            <a:endParaRPr lang="pt-BR"/>
          </a:p>
        </p:txBody>
      </p:sp>
      <p:sp>
        <p:nvSpPr>
          <p:cNvPr id="1858446305" name="Espaço Reservado para Número de Slide 8"/>
          <p:cNvSpPr>
            <a:spLocks noGrp="1"/>
          </p:cNvSpPr>
          <p:nvPr>
            <p:ph type="sldNum" sz="quarter" idx="12"/>
          </p:nvPr>
        </p:nvSpPr>
        <p:spPr bwMode="auto"/>
        <p:txBody>
          <a:bodyPr/>
          <a:lstStyle/>
          <a:p>
            <a:pPr>
              <a:defRPr/>
            </a:pPr>
            <a:fld id="{AB592BB1-94AB-4682-A1CF-D43CE9668CFB}" type="slidenum">
              <a:rPr lang="pt-BR"/>
              <a:t>‹nº›</a:t>
            </a:fld>
            <a:endParaRPr lang="pt-B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Only" userDrawn="1">
  <p:cSld name="Somente Título">
    <p:spTree>
      <p:nvGrpSpPr>
        <p:cNvPr id="1" name=""/>
        <p:cNvGrpSpPr/>
        <p:nvPr/>
      </p:nvGrpSpPr>
      <p:grpSpPr bwMode="auto">
        <a:xfrm>
          <a:off x="0" y="0"/>
          <a:ext cx="0" cy="0"/>
          <a:chOff x="0" y="0"/>
          <a:chExt cx="0" cy="0"/>
        </a:xfrm>
      </p:grpSpPr>
      <p:sp>
        <p:nvSpPr>
          <p:cNvPr id="824439662" name="Título 1"/>
          <p:cNvSpPr>
            <a:spLocks noGrp="1"/>
          </p:cNvSpPr>
          <p:nvPr>
            <p:ph type="title"/>
          </p:nvPr>
        </p:nvSpPr>
        <p:spPr bwMode="auto"/>
        <p:txBody>
          <a:bodyPr/>
          <a:lstStyle/>
          <a:p>
            <a:pPr>
              <a:defRPr/>
            </a:pPr>
            <a:r>
              <a:rPr lang="pt-BR"/>
              <a:t>Clique para editar o título Mestre</a:t>
            </a:r>
            <a:endParaRPr/>
          </a:p>
        </p:txBody>
      </p:sp>
      <p:sp>
        <p:nvSpPr>
          <p:cNvPr id="831268426" name="Espaço Reservado para Data 2"/>
          <p:cNvSpPr>
            <a:spLocks noGrp="1"/>
          </p:cNvSpPr>
          <p:nvPr>
            <p:ph type="dt" sz="half" idx="10"/>
          </p:nvPr>
        </p:nvSpPr>
        <p:spPr bwMode="auto"/>
        <p:txBody>
          <a:bodyPr/>
          <a:lstStyle/>
          <a:p>
            <a:pPr>
              <a:defRPr/>
            </a:pPr>
            <a:fld id="{3C97452E-BEF4-4B30-BC96-2BDDFB43E54A}" type="datetimeFigureOut">
              <a:rPr lang="pt-BR"/>
              <a:t>23/02/2024</a:t>
            </a:fld>
            <a:endParaRPr lang="pt-BR"/>
          </a:p>
        </p:txBody>
      </p:sp>
      <p:sp>
        <p:nvSpPr>
          <p:cNvPr id="281254084" name="Espaço Reservado para Rodapé 3"/>
          <p:cNvSpPr>
            <a:spLocks noGrp="1"/>
          </p:cNvSpPr>
          <p:nvPr>
            <p:ph type="ftr" sz="quarter" idx="11"/>
          </p:nvPr>
        </p:nvSpPr>
        <p:spPr bwMode="auto"/>
        <p:txBody>
          <a:bodyPr/>
          <a:lstStyle/>
          <a:p>
            <a:pPr>
              <a:defRPr/>
            </a:pPr>
            <a:endParaRPr lang="pt-BR"/>
          </a:p>
        </p:txBody>
      </p:sp>
      <p:sp>
        <p:nvSpPr>
          <p:cNvPr id="635485180" name="Espaço Reservado para Número de Slide 4"/>
          <p:cNvSpPr>
            <a:spLocks noGrp="1"/>
          </p:cNvSpPr>
          <p:nvPr>
            <p:ph type="sldNum" sz="quarter" idx="12"/>
          </p:nvPr>
        </p:nvSpPr>
        <p:spPr bwMode="auto"/>
        <p:txBody>
          <a:bodyPr/>
          <a:lstStyle/>
          <a:p>
            <a:pPr>
              <a:defRPr/>
            </a:pPr>
            <a:fld id="{AB592BB1-94AB-4682-A1CF-D43CE9668CFB}" type="slidenum">
              <a:rPr lang="pt-BR"/>
              <a:t>‹nº›</a:t>
            </a:fld>
            <a:endParaRPr lang="pt-B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Em branco">
    <p:spTree>
      <p:nvGrpSpPr>
        <p:cNvPr id="1" name=""/>
        <p:cNvGrpSpPr/>
        <p:nvPr/>
      </p:nvGrpSpPr>
      <p:grpSpPr bwMode="auto">
        <a:xfrm>
          <a:off x="0" y="0"/>
          <a:ext cx="0" cy="0"/>
          <a:chOff x="0" y="0"/>
          <a:chExt cx="0" cy="0"/>
        </a:xfrm>
      </p:grpSpPr>
      <p:sp>
        <p:nvSpPr>
          <p:cNvPr id="1872880102" name="Espaço Reservado para Data 1"/>
          <p:cNvSpPr>
            <a:spLocks noGrp="1"/>
          </p:cNvSpPr>
          <p:nvPr>
            <p:ph type="dt" sz="half" idx="10"/>
          </p:nvPr>
        </p:nvSpPr>
        <p:spPr bwMode="auto"/>
        <p:txBody>
          <a:bodyPr/>
          <a:lstStyle/>
          <a:p>
            <a:pPr>
              <a:defRPr/>
            </a:pPr>
            <a:fld id="{3C97452E-BEF4-4B30-BC96-2BDDFB43E54A}" type="datetimeFigureOut">
              <a:rPr lang="pt-BR"/>
              <a:t>23/02/2024</a:t>
            </a:fld>
            <a:endParaRPr lang="pt-BR"/>
          </a:p>
        </p:txBody>
      </p:sp>
      <p:sp>
        <p:nvSpPr>
          <p:cNvPr id="576002104" name="Espaço Reservado para Rodapé 2"/>
          <p:cNvSpPr>
            <a:spLocks noGrp="1"/>
          </p:cNvSpPr>
          <p:nvPr>
            <p:ph type="ftr" sz="quarter" idx="11"/>
          </p:nvPr>
        </p:nvSpPr>
        <p:spPr bwMode="auto"/>
        <p:txBody>
          <a:bodyPr/>
          <a:lstStyle/>
          <a:p>
            <a:pPr>
              <a:defRPr/>
            </a:pPr>
            <a:endParaRPr lang="pt-BR"/>
          </a:p>
        </p:txBody>
      </p:sp>
      <p:sp>
        <p:nvSpPr>
          <p:cNvPr id="164696344" name="Espaço Reservado para Número de Slide 3"/>
          <p:cNvSpPr>
            <a:spLocks noGrp="1"/>
          </p:cNvSpPr>
          <p:nvPr>
            <p:ph type="sldNum" sz="quarter" idx="12"/>
          </p:nvPr>
        </p:nvSpPr>
        <p:spPr bwMode="auto"/>
        <p:txBody>
          <a:bodyPr/>
          <a:lstStyle/>
          <a:p>
            <a:pPr>
              <a:defRPr/>
            </a:pPr>
            <a:fld id="{AB592BB1-94AB-4682-A1CF-D43CE9668CFB}" type="slidenum">
              <a:rPr lang="pt-BR"/>
              <a:t>‹nº›</a:t>
            </a:fld>
            <a:endParaRPr lang="pt-B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Tx" userDrawn="1">
  <p:cSld name="Conteúdo com Legenda">
    <p:spTree>
      <p:nvGrpSpPr>
        <p:cNvPr id="1" name=""/>
        <p:cNvGrpSpPr/>
        <p:nvPr/>
      </p:nvGrpSpPr>
      <p:grpSpPr bwMode="auto">
        <a:xfrm>
          <a:off x="0" y="0"/>
          <a:ext cx="0" cy="0"/>
          <a:chOff x="0" y="0"/>
          <a:chExt cx="0" cy="0"/>
        </a:xfrm>
      </p:grpSpPr>
      <p:sp>
        <p:nvSpPr>
          <p:cNvPr id="53275851" name="Título 1"/>
          <p:cNvSpPr>
            <a:spLocks noGrp="1"/>
          </p:cNvSpPr>
          <p:nvPr>
            <p:ph type="title"/>
          </p:nvPr>
        </p:nvSpPr>
        <p:spPr bwMode="auto">
          <a:xfrm>
            <a:off x="839788" y="457200"/>
            <a:ext cx="3932237" cy="1600200"/>
          </a:xfrm>
        </p:spPr>
        <p:txBody>
          <a:bodyPr anchor="b"/>
          <a:lstStyle>
            <a:lvl1pPr>
              <a:defRPr sz="3200"/>
            </a:lvl1pPr>
          </a:lstStyle>
          <a:p>
            <a:pPr>
              <a:defRPr/>
            </a:pPr>
            <a:r>
              <a:rPr lang="pt-BR"/>
              <a:t>Clique para editar o título Mestre</a:t>
            </a:r>
            <a:endParaRPr/>
          </a:p>
        </p:txBody>
      </p:sp>
      <p:sp>
        <p:nvSpPr>
          <p:cNvPr id="1711795500" name="Espaço Reservado para Conteúdo 2"/>
          <p:cNvSpPr>
            <a:spLocks noGrp="1"/>
          </p:cNvSpPr>
          <p:nvPr>
            <p:ph idx="1"/>
          </p:nvPr>
        </p:nvSpPr>
        <p:spPr bwMode="auto">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pt-BR"/>
              <a:t>Editar estilos de texto Mestre</a:t>
            </a:r>
            <a:endParaRPr/>
          </a:p>
          <a:p>
            <a:pPr lvl="1">
              <a:defRPr/>
            </a:pPr>
            <a:r>
              <a:rPr lang="pt-BR"/>
              <a:t>Segundo nível</a:t>
            </a:r>
            <a:endParaRPr/>
          </a:p>
          <a:p>
            <a:pPr lvl="2">
              <a:defRPr/>
            </a:pPr>
            <a:r>
              <a:rPr lang="pt-BR"/>
              <a:t>Terceiro nível</a:t>
            </a:r>
            <a:endParaRPr/>
          </a:p>
          <a:p>
            <a:pPr lvl="3">
              <a:defRPr/>
            </a:pPr>
            <a:r>
              <a:rPr lang="pt-BR"/>
              <a:t>Quarto nível</a:t>
            </a:r>
            <a:endParaRPr/>
          </a:p>
          <a:p>
            <a:pPr lvl="4">
              <a:defRPr/>
            </a:pPr>
            <a:r>
              <a:rPr lang="pt-BR"/>
              <a:t>Quinto nível</a:t>
            </a:r>
            <a:endParaRPr/>
          </a:p>
        </p:txBody>
      </p:sp>
      <p:sp>
        <p:nvSpPr>
          <p:cNvPr id="1054097516" name="Espaço Reservado para Texto 3"/>
          <p:cNvSpPr>
            <a:spLocks noGrp="1"/>
          </p:cNvSpPr>
          <p:nvPr>
            <p:ph type="body" sz="half" idx="2"/>
          </p:nvPr>
        </p:nvSpPr>
        <p:spPr bwMode="auto">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pt-BR"/>
              <a:t>Editar estilos de texto Mestre</a:t>
            </a:r>
            <a:endParaRPr/>
          </a:p>
        </p:txBody>
      </p:sp>
      <p:sp>
        <p:nvSpPr>
          <p:cNvPr id="1501569174" name="Espaço Reservado para Data 4"/>
          <p:cNvSpPr>
            <a:spLocks noGrp="1"/>
          </p:cNvSpPr>
          <p:nvPr>
            <p:ph type="dt" sz="half" idx="10"/>
          </p:nvPr>
        </p:nvSpPr>
        <p:spPr bwMode="auto"/>
        <p:txBody>
          <a:bodyPr/>
          <a:lstStyle/>
          <a:p>
            <a:pPr>
              <a:defRPr/>
            </a:pPr>
            <a:fld id="{3C97452E-BEF4-4B30-BC96-2BDDFB43E54A}" type="datetimeFigureOut">
              <a:rPr lang="pt-BR"/>
              <a:t>23/02/2024</a:t>
            </a:fld>
            <a:endParaRPr lang="pt-BR"/>
          </a:p>
        </p:txBody>
      </p:sp>
      <p:sp>
        <p:nvSpPr>
          <p:cNvPr id="1767847552" name="Espaço Reservado para Rodapé 5"/>
          <p:cNvSpPr>
            <a:spLocks noGrp="1"/>
          </p:cNvSpPr>
          <p:nvPr>
            <p:ph type="ftr" sz="quarter" idx="11"/>
          </p:nvPr>
        </p:nvSpPr>
        <p:spPr bwMode="auto"/>
        <p:txBody>
          <a:bodyPr/>
          <a:lstStyle/>
          <a:p>
            <a:pPr>
              <a:defRPr/>
            </a:pPr>
            <a:endParaRPr lang="pt-BR"/>
          </a:p>
        </p:txBody>
      </p:sp>
      <p:sp>
        <p:nvSpPr>
          <p:cNvPr id="1882641337" name="Espaço Reservado para Número de Slide 6"/>
          <p:cNvSpPr>
            <a:spLocks noGrp="1"/>
          </p:cNvSpPr>
          <p:nvPr>
            <p:ph type="sldNum" sz="quarter" idx="12"/>
          </p:nvPr>
        </p:nvSpPr>
        <p:spPr bwMode="auto"/>
        <p:txBody>
          <a:bodyPr/>
          <a:lstStyle/>
          <a:p>
            <a:pPr>
              <a:defRPr/>
            </a:pPr>
            <a:fld id="{AB592BB1-94AB-4682-A1CF-D43CE9668CFB}" type="slidenum">
              <a:rPr lang="pt-BR"/>
              <a:t>‹nº›</a:t>
            </a:fld>
            <a:endParaRPr lang="pt-B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picTx" userDrawn="1">
  <p:cSld name="Imagem com Legenda">
    <p:spTree>
      <p:nvGrpSpPr>
        <p:cNvPr id="1" name=""/>
        <p:cNvGrpSpPr/>
        <p:nvPr/>
      </p:nvGrpSpPr>
      <p:grpSpPr bwMode="auto">
        <a:xfrm>
          <a:off x="0" y="0"/>
          <a:ext cx="0" cy="0"/>
          <a:chOff x="0" y="0"/>
          <a:chExt cx="0" cy="0"/>
        </a:xfrm>
      </p:grpSpPr>
      <p:sp>
        <p:nvSpPr>
          <p:cNvPr id="1524304578" name="Título 1"/>
          <p:cNvSpPr>
            <a:spLocks noGrp="1"/>
          </p:cNvSpPr>
          <p:nvPr>
            <p:ph type="title"/>
          </p:nvPr>
        </p:nvSpPr>
        <p:spPr bwMode="auto">
          <a:xfrm>
            <a:off x="839788" y="457200"/>
            <a:ext cx="3932237" cy="1600200"/>
          </a:xfrm>
        </p:spPr>
        <p:txBody>
          <a:bodyPr anchor="b"/>
          <a:lstStyle>
            <a:lvl1pPr>
              <a:defRPr sz="3200"/>
            </a:lvl1pPr>
          </a:lstStyle>
          <a:p>
            <a:pPr>
              <a:defRPr/>
            </a:pPr>
            <a:r>
              <a:rPr lang="pt-BR"/>
              <a:t>Clique para editar o título Mestre</a:t>
            </a:r>
            <a:endParaRPr/>
          </a:p>
        </p:txBody>
      </p:sp>
      <p:sp>
        <p:nvSpPr>
          <p:cNvPr id="118715656" name="Espaço Reservado para Imagem 2"/>
          <p:cNvSpPr>
            <a:spLocks noGrp="1"/>
          </p:cNvSpPr>
          <p:nvPr>
            <p:ph type="pic" idx="1"/>
          </p:nvPr>
        </p:nvSpPr>
        <p:spPr bwMode="auto">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endParaRPr lang="pt-BR"/>
          </a:p>
        </p:txBody>
      </p:sp>
      <p:sp>
        <p:nvSpPr>
          <p:cNvPr id="97316994" name="Espaço Reservado para Texto 3"/>
          <p:cNvSpPr>
            <a:spLocks noGrp="1"/>
          </p:cNvSpPr>
          <p:nvPr>
            <p:ph type="body" sz="half" idx="2"/>
          </p:nvPr>
        </p:nvSpPr>
        <p:spPr bwMode="auto">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pt-BR"/>
              <a:t>Editar estilos de texto Mestre</a:t>
            </a:r>
            <a:endParaRPr/>
          </a:p>
        </p:txBody>
      </p:sp>
      <p:sp>
        <p:nvSpPr>
          <p:cNvPr id="2084491465" name="Espaço Reservado para Data 4"/>
          <p:cNvSpPr>
            <a:spLocks noGrp="1"/>
          </p:cNvSpPr>
          <p:nvPr>
            <p:ph type="dt" sz="half" idx="10"/>
          </p:nvPr>
        </p:nvSpPr>
        <p:spPr bwMode="auto"/>
        <p:txBody>
          <a:bodyPr/>
          <a:lstStyle/>
          <a:p>
            <a:pPr>
              <a:defRPr/>
            </a:pPr>
            <a:fld id="{3C97452E-BEF4-4B30-BC96-2BDDFB43E54A}" type="datetimeFigureOut">
              <a:rPr lang="pt-BR"/>
              <a:t>23/02/2024</a:t>
            </a:fld>
            <a:endParaRPr lang="pt-BR"/>
          </a:p>
        </p:txBody>
      </p:sp>
      <p:sp>
        <p:nvSpPr>
          <p:cNvPr id="199111610" name="Espaço Reservado para Rodapé 5"/>
          <p:cNvSpPr>
            <a:spLocks noGrp="1"/>
          </p:cNvSpPr>
          <p:nvPr>
            <p:ph type="ftr" sz="quarter" idx="11"/>
          </p:nvPr>
        </p:nvSpPr>
        <p:spPr bwMode="auto"/>
        <p:txBody>
          <a:bodyPr/>
          <a:lstStyle/>
          <a:p>
            <a:pPr>
              <a:defRPr/>
            </a:pPr>
            <a:endParaRPr lang="pt-BR"/>
          </a:p>
        </p:txBody>
      </p:sp>
      <p:sp>
        <p:nvSpPr>
          <p:cNvPr id="483655285" name="Espaço Reservado para Número de Slide 6"/>
          <p:cNvSpPr>
            <a:spLocks noGrp="1"/>
          </p:cNvSpPr>
          <p:nvPr>
            <p:ph type="sldNum" sz="quarter" idx="12"/>
          </p:nvPr>
        </p:nvSpPr>
        <p:spPr bwMode="auto"/>
        <p:txBody>
          <a:bodyPr/>
          <a:lstStyle/>
          <a:p>
            <a:pPr>
              <a:defRPr/>
            </a:pPr>
            <a:fld id="{AB592BB1-94AB-4682-A1CF-D43CE9668CFB}" type="slidenum">
              <a:rPr lang="pt-BR"/>
              <a:t>‹nº›</a:t>
            </a:fld>
            <a:endParaRPr lang="pt-B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x" userDrawn="1">
  <p:cSld name="Título e Texto Vertical">
    <p:spTree>
      <p:nvGrpSpPr>
        <p:cNvPr id="1" name=""/>
        <p:cNvGrpSpPr/>
        <p:nvPr/>
      </p:nvGrpSpPr>
      <p:grpSpPr bwMode="auto">
        <a:xfrm>
          <a:off x="0" y="0"/>
          <a:ext cx="0" cy="0"/>
          <a:chOff x="0" y="0"/>
          <a:chExt cx="0" cy="0"/>
        </a:xfrm>
      </p:grpSpPr>
      <p:sp>
        <p:nvSpPr>
          <p:cNvPr id="251687010" name="Título 1"/>
          <p:cNvSpPr>
            <a:spLocks noGrp="1"/>
          </p:cNvSpPr>
          <p:nvPr>
            <p:ph type="title"/>
          </p:nvPr>
        </p:nvSpPr>
        <p:spPr bwMode="auto"/>
        <p:txBody>
          <a:bodyPr/>
          <a:lstStyle/>
          <a:p>
            <a:pPr>
              <a:defRPr/>
            </a:pPr>
            <a:r>
              <a:rPr lang="pt-BR"/>
              <a:t>Clique para editar o título Mestre</a:t>
            </a:r>
            <a:endParaRPr/>
          </a:p>
        </p:txBody>
      </p:sp>
      <p:sp>
        <p:nvSpPr>
          <p:cNvPr id="1560925319" name="Espaço Reservado para Texto Vertical 2"/>
          <p:cNvSpPr>
            <a:spLocks noGrp="1"/>
          </p:cNvSpPr>
          <p:nvPr>
            <p:ph type="body" orient="vert" idx="1"/>
          </p:nvPr>
        </p:nvSpPr>
        <p:spPr bwMode="auto"/>
        <p:txBody>
          <a:bodyPr vert="eaVert"/>
          <a:lstStyle/>
          <a:p>
            <a:pPr lvl="0">
              <a:defRPr/>
            </a:pPr>
            <a:r>
              <a:rPr lang="pt-BR"/>
              <a:t>Editar estilos de texto Mestre</a:t>
            </a:r>
            <a:endParaRPr/>
          </a:p>
          <a:p>
            <a:pPr lvl="1">
              <a:defRPr/>
            </a:pPr>
            <a:r>
              <a:rPr lang="pt-BR"/>
              <a:t>Segundo nível</a:t>
            </a:r>
            <a:endParaRPr/>
          </a:p>
          <a:p>
            <a:pPr lvl="2">
              <a:defRPr/>
            </a:pPr>
            <a:r>
              <a:rPr lang="pt-BR"/>
              <a:t>Terceiro nível</a:t>
            </a:r>
            <a:endParaRPr/>
          </a:p>
          <a:p>
            <a:pPr lvl="3">
              <a:defRPr/>
            </a:pPr>
            <a:r>
              <a:rPr lang="pt-BR"/>
              <a:t>Quarto nível</a:t>
            </a:r>
            <a:endParaRPr/>
          </a:p>
          <a:p>
            <a:pPr lvl="4">
              <a:defRPr/>
            </a:pPr>
            <a:r>
              <a:rPr lang="pt-BR"/>
              <a:t>Quinto nível</a:t>
            </a:r>
            <a:endParaRPr/>
          </a:p>
        </p:txBody>
      </p:sp>
      <p:sp>
        <p:nvSpPr>
          <p:cNvPr id="525423392" name="Espaço Reservado para Data 3"/>
          <p:cNvSpPr>
            <a:spLocks noGrp="1"/>
          </p:cNvSpPr>
          <p:nvPr>
            <p:ph type="dt" sz="half" idx="10"/>
          </p:nvPr>
        </p:nvSpPr>
        <p:spPr bwMode="auto"/>
        <p:txBody>
          <a:bodyPr/>
          <a:lstStyle/>
          <a:p>
            <a:pPr>
              <a:defRPr/>
            </a:pPr>
            <a:fld id="{3C97452E-BEF4-4B30-BC96-2BDDFB43E54A}" type="datetimeFigureOut">
              <a:rPr lang="pt-BR"/>
              <a:t>23/02/2024</a:t>
            </a:fld>
            <a:endParaRPr lang="pt-BR"/>
          </a:p>
        </p:txBody>
      </p:sp>
      <p:sp>
        <p:nvSpPr>
          <p:cNvPr id="1522675924" name="Espaço Reservado para Rodapé 4"/>
          <p:cNvSpPr>
            <a:spLocks noGrp="1"/>
          </p:cNvSpPr>
          <p:nvPr>
            <p:ph type="ftr" sz="quarter" idx="11"/>
          </p:nvPr>
        </p:nvSpPr>
        <p:spPr bwMode="auto"/>
        <p:txBody>
          <a:bodyPr/>
          <a:lstStyle/>
          <a:p>
            <a:pPr>
              <a:defRPr/>
            </a:pPr>
            <a:endParaRPr lang="pt-BR"/>
          </a:p>
        </p:txBody>
      </p:sp>
      <p:sp>
        <p:nvSpPr>
          <p:cNvPr id="1414927876" name="Espaço Reservado para Número de Slide 5"/>
          <p:cNvSpPr>
            <a:spLocks noGrp="1"/>
          </p:cNvSpPr>
          <p:nvPr>
            <p:ph type="sldNum" sz="quarter" idx="12"/>
          </p:nvPr>
        </p:nvSpPr>
        <p:spPr bwMode="auto"/>
        <p:txBody>
          <a:bodyPr/>
          <a:lstStyle/>
          <a:p>
            <a:pPr>
              <a:defRPr/>
            </a:pPr>
            <a:fld id="{AB592BB1-94AB-4682-A1CF-D43CE9668CFB}" type="slidenum">
              <a:rPr lang="pt-BR"/>
              <a:t>‹nº›</a:t>
            </a:fld>
            <a:endParaRPr lang="pt-B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itleAndTx" userDrawn="1">
  <p:cSld name="Texto e Título Vertical">
    <p:spTree>
      <p:nvGrpSpPr>
        <p:cNvPr id="1" name=""/>
        <p:cNvGrpSpPr/>
        <p:nvPr/>
      </p:nvGrpSpPr>
      <p:grpSpPr bwMode="auto">
        <a:xfrm>
          <a:off x="0" y="0"/>
          <a:ext cx="0" cy="0"/>
          <a:chOff x="0" y="0"/>
          <a:chExt cx="0" cy="0"/>
        </a:xfrm>
      </p:grpSpPr>
      <p:sp>
        <p:nvSpPr>
          <p:cNvPr id="766631559" name="Título Vertical 1"/>
          <p:cNvSpPr>
            <a:spLocks noGrp="1"/>
          </p:cNvSpPr>
          <p:nvPr>
            <p:ph type="title" orient="vert"/>
          </p:nvPr>
        </p:nvSpPr>
        <p:spPr bwMode="auto">
          <a:xfrm>
            <a:off x="8724900" y="365125"/>
            <a:ext cx="2628900" cy="5811838"/>
          </a:xfrm>
        </p:spPr>
        <p:txBody>
          <a:bodyPr vert="eaVert"/>
          <a:lstStyle/>
          <a:p>
            <a:pPr>
              <a:defRPr/>
            </a:pPr>
            <a:r>
              <a:rPr lang="pt-BR"/>
              <a:t>Clique para editar o título Mestre</a:t>
            </a:r>
            <a:endParaRPr/>
          </a:p>
        </p:txBody>
      </p:sp>
      <p:sp>
        <p:nvSpPr>
          <p:cNvPr id="1839182085" name="Espaço Reservado para Texto Vertical 2"/>
          <p:cNvSpPr>
            <a:spLocks noGrp="1"/>
          </p:cNvSpPr>
          <p:nvPr>
            <p:ph type="body" orient="vert" idx="1"/>
          </p:nvPr>
        </p:nvSpPr>
        <p:spPr bwMode="auto">
          <a:xfrm>
            <a:off x="838200" y="365125"/>
            <a:ext cx="7734300" cy="5811838"/>
          </a:xfrm>
        </p:spPr>
        <p:txBody>
          <a:bodyPr vert="eaVert"/>
          <a:lstStyle/>
          <a:p>
            <a:pPr lvl="0">
              <a:defRPr/>
            </a:pPr>
            <a:r>
              <a:rPr lang="pt-BR"/>
              <a:t>Editar estilos de texto Mestre</a:t>
            </a:r>
            <a:endParaRPr/>
          </a:p>
          <a:p>
            <a:pPr lvl="1">
              <a:defRPr/>
            </a:pPr>
            <a:r>
              <a:rPr lang="pt-BR"/>
              <a:t>Segundo nível</a:t>
            </a:r>
            <a:endParaRPr/>
          </a:p>
          <a:p>
            <a:pPr lvl="2">
              <a:defRPr/>
            </a:pPr>
            <a:r>
              <a:rPr lang="pt-BR"/>
              <a:t>Terceiro nível</a:t>
            </a:r>
            <a:endParaRPr/>
          </a:p>
          <a:p>
            <a:pPr lvl="3">
              <a:defRPr/>
            </a:pPr>
            <a:r>
              <a:rPr lang="pt-BR"/>
              <a:t>Quarto nível</a:t>
            </a:r>
            <a:endParaRPr/>
          </a:p>
          <a:p>
            <a:pPr lvl="4">
              <a:defRPr/>
            </a:pPr>
            <a:r>
              <a:rPr lang="pt-BR"/>
              <a:t>Quinto nível</a:t>
            </a:r>
            <a:endParaRPr/>
          </a:p>
        </p:txBody>
      </p:sp>
      <p:sp>
        <p:nvSpPr>
          <p:cNvPr id="1766056841" name="Espaço Reservado para Data 3"/>
          <p:cNvSpPr>
            <a:spLocks noGrp="1"/>
          </p:cNvSpPr>
          <p:nvPr>
            <p:ph type="dt" sz="half" idx="10"/>
          </p:nvPr>
        </p:nvSpPr>
        <p:spPr bwMode="auto"/>
        <p:txBody>
          <a:bodyPr/>
          <a:lstStyle/>
          <a:p>
            <a:pPr>
              <a:defRPr/>
            </a:pPr>
            <a:fld id="{3C97452E-BEF4-4B30-BC96-2BDDFB43E54A}" type="datetimeFigureOut">
              <a:rPr lang="pt-BR"/>
              <a:t>23/02/2024</a:t>
            </a:fld>
            <a:endParaRPr lang="pt-BR"/>
          </a:p>
        </p:txBody>
      </p:sp>
      <p:sp>
        <p:nvSpPr>
          <p:cNvPr id="429265302" name="Espaço Reservado para Rodapé 4"/>
          <p:cNvSpPr>
            <a:spLocks noGrp="1"/>
          </p:cNvSpPr>
          <p:nvPr>
            <p:ph type="ftr" sz="quarter" idx="11"/>
          </p:nvPr>
        </p:nvSpPr>
        <p:spPr bwMode="auto"/>
        <p:txBody>
          <a:bodyPr/>
          <a:lstStyle/>
          <a:p>
            <a:pPr>
              <a:defRPr/>
            </a:pPr>
            <a:endParaRPr lang="pt-BR"/>
          </a:p>
        </p:txBody>
      </p:sp>
      <p:sp>
        <p:nvSpPr>
          <p:cNvPr id="1225155290" name="Espaço Reservado para Número de Slide 5"/>
          <p:cNvSpPr>
            <a:spLocks noGrp="1"/>
          </p:cNvSpPr>
          <p:nvPr>
            <p:ph type="sldNum" sz="quarter" idx="12"/>
          </p:nvPr>
        </p:nvSpPr>
        <p:spPr bwMode="auto"/>
        <p:txBody>
          <a:bodyPr/>
          <a:lstStyle/>
          <a:p>
            <a:pPr>
              <a:defRPr/>
            </a:pPr>
            <a:fld id="{AB592BB1-94AB-4682-A1CF-D43CE9668CFB}" type="slidenum">
              <a:rPr lang="pt-BR"/>
              <a:t>‹nº›</a:t>
            </a:fld>
            <a:endParaRPr lang="pt-BR"/>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Ref idx="1001">
        <a:schemeClr val="bg1"/>
      </p:bgRef>
    </p:bg>
    <p:spTree>
      <p:nvGrpSpPr>
        <p:cNvPr id="1" name=""/>
        <p:cNvGrpSpPr/>
        <p:nvPr/>
      </p:nvGrpSpPr>
      <p:grpSpPr bwMode="auto">
        <a:xfrm>
          <a:off x="0" y="0"/>
          <a:ext cx="0" cy="0"/>
          <a:chOff x="0" y="0"/>
          <a:chExt cx="0" cy="0"/>
        </a:xfrm>
      </p:grpSpPr>
      <p:sp>
        <p:nvSpPr>
          <p:cNvPr id="168716889" name="Espaço Reservado para Título 1"/>
          <p:cNvSpPr>
            <a:spLocks noGrp="1"/>
          </p:cNvSpPr>
          <p:nvPr>
            <p:ph type="title"/>
          </p:nvPr>
        </p:nvSpPr>
        <p:spPr bwMode="auto">
          <a:xfrm>
            <a:off x="838200" y="365125"/>
            <a:ext cx="10515600" cy="1325563"/>
          </a:xfrm>
          <a:prstGeom prst="rect">
            <a:avLst/>
          </a:prstGeom>
        </p:spPr>
        <p:txBody>
          <a:bodyPr vert="horz" lIns="91440" tIns="45720" rIns="91440" bIns="45720" rtlCol="0" anchor="ctr">
            <a:normAutofit/>
          </a:bodyPr>
          <a:lstStyle/>
          <a:p>
            <a:pPr>
              <a:defRPr/>
            </a:pPr>
            <a:r>
              <a:rPr lang="pt-BR"/>
              <a:t>Clique para editar o título Mestre</a:t>
            </a:r>
            <a:endParaRPr/>
          </a:p>
        </p:txBody>
      </p:sp>
      <p:sp>
        <p:nvSpPr>
          <p:cNvPr id="1361702110" name="Espaço Reservado para Texto 2"/>
          <p:cNvSpPr>
            <a:spLocks noGrp="1"/>
          </p:cNvSpPr>
          <p:nvPr>
            <p:ph type="body" idx="1"/>
          </p:nvPr>
        </p:nvSpPr>
        <p:spPr bwMode="auto">
          <a:xfrm>
            <a:off x="838200" y="1825625"/>
            <a:ext cx="10515600" cy="4351338"/>
          </a:xfrm>
          <a:prstGeom prst="rect">
            <a:avLst/>
          </a:prstGeom>
        </p:spPr>
        <p:txBody>
          <a:bodyPr vert="horz" lIns="91440" tIns="45720" rIns="91440" bIns="45720" rtlCol="0">
            <a:normAutofit/>
          </a:bodyPr>
          <a:lstStyle/>
          <a:p>
            <a:pPr lvl="0">
              <a:defRPr/>
            </a:pPr>
            <a:r>
              <a:rPr lang="pt-BR"/>
              <a:t>Editar estilos de texto Mestre</a:t>
            </a:r>
            <a:endParaRPr/>
          </a:p>
          <a:p>
            <a:pPr lvl="1">
              <a:defRPr/>
            </a:pPr>
            <a:r>
              <a:rPr lang="pt-BR"/>
              <a:t>Segundo nível</a:t>
            </a:r>
            <a:endParaRPr/>
          </a:p>
          <a:p>
            <a:pPr lvl="2">
              <a:defRPr/>
            </a:pPr>
            <a:r>
              <a:rPr lang="pt-BR"/>
              <a:t>Terceiro nível</a:t>
            </a:r>
            <a:endParaRPr/>
          </a:p>
          <a:p>
            <a:pPr lvl="3">
              <a:defRPr/>
            </a:pPr>
            <a:r>
              <a:rPr lang="pt-BR"/>
              <a:t>Quarto nível</a:t>
            </a:r>
            <a:endParaRPr/>
          </a:p>
          <a:p>
            <a:pPr lvl="4">
              <a:defRPr/>
            </a:pPr>
            <a:r>
              <a:rPr lang="pt-BR"/>
              <a:t>Quinto nível</a:t>
            </a:r>
            <a:endParaRPr/>
          </a:p>
        </p:txBody>
      </p:sp>
      <p:sp>
        <p:nvSpPr>
          <p:cNvPr id="292603590" name="Espaço Reservado para Data 3"/>
          <p:cNvSpPr>
            <a:spLocks noGrp="1"/>
          </p:cNvSpPr>
          <p:nvPr>
            <p:ph type="dt" sz="half" idx="2"/>
          </p:nvPr>
        </p:nvSpPr>
        <p:spPr bwMode="auto">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3C97452E-BEF4-4B30-BC96-2BDDFB43E54A}" type="datetimeFigureOut">
              <a:rPr lang="pt-BR"/>
              <a:t>23/02/2024</a:t>
            </a:fld>
            <a:endParaRPr lang="pt-BR"/>
          </a:p>
        </p:txBody>
      </p:sp>
      <p:sp>
        <p:nvSpPr>
          <p:cNvPr id="1127587661" name="Espaço Reservado para Rodapé 4"/>
          <p:cNvSpPr>
            <a:spLocks noGrp="1"/>
          </p:cNvSpPr>
          <p:nvPr>
            <p:ph type="ftr" sz="quarter" idx="3"/>
          </p:nvPr>
        </p:nvSpPr>
        <p:spPr bwMode="auto">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pt-BR"/>
          </a:p>
        </p:txBody>
      </p:sp>
      <p:sp>
        <p:nvSpPr>
          <p:cNvPr id="1636714721" name="Espaço Reservado para Número de Slide 5"/>
          <p:cNvSpPr>
            <a:spLocks noGrp="1"/>
          </p:cNvSpPr>
          <p:nvPr>
            <p:ph type="sldNum" sz="quarter" idx="4"/>
          </p:nvPr>
        </p:nvSpPr>
        <p:spPr bwMode="auto">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AB592BB1-94AB-4682-A1CF-D43CE9668CFB}" type="slidenum">
              <a:rPr lang="pt-BR"/>
              <a:t>‹nº›</a:t>
            </a:fld>
            <a:endParaRPr lang="pt-B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a:lnSpc>
          <a:spcPct val="90000"/>
        </a:lnSpc>
        <a:spcBef>
          <a:spcPts val="0"/>
        </a:spcBef>
        <a:buNone/>
        <a:defRPr sz="4400">
          <a:solidFill>
            <a:schemeClr val="tx1"/>
          </a:solidFill>
          <a:latin typeface="+mj-lt"/>
          <a:ea typeface="+mj-ea"/>
          <a:cs typeface="+mj-cs"/>
        </a:defRPr>
      </a:lvl1pPr>
    </p:titleStyle>
    <p:bodyStyle>
      <a:lvl1pPr marL="228600" indent="-228600" algn="l" defTabSz="914400" rtl="0">
        <a:lnSpc>
          <a:spcPct val="90000"/>
        </a:lnSpc>
        <a:spcBef>
          <a:spcPts val="1000"/>
        </a:spcBef>
        <a:buFont typeface="Arial"/>
        <a:buChar char="•"/>
        <a:defRPr sz="2800">
          <a:solidFill>
            <a:schemeClr val="tx1"/>
          </a:solidFill>
          <a:latin typeface="+mn-lt"/>
          <a:ea typeface="+mn-ea"/>
          <a:cs typeface="+mn-cs"/>
        </a:defRPr>
      </a:lvl1pPr>
      <a:lvl2pPr marL="685800" indent="-228600" algn="l" defTabSz="914400" rtl="0">
        <a:lnSpc>
          <a:spcPct val="90000"/>
        </a:lnSpc>
        <a:spcBef>
          <a:spcPts val="500"/>
        </a:spcBef>
        <a:buFont typeface="Arial"/>
        <a:buChar char="•"/>
        <a:defRPr sz="2400">
          <a:solidFill>
            <a:schemeClr val="tx1"/>
          </a:solidFill>
          <a:latin typeface="+mn-lt"/>
          <a:ea typeface="+mn-ea"/>
          <a:cs typeface="+mn-cs"/>
        </a:defRPr>
      </a:lvl2pPr>
      <a:lvl3pPr marL="1143000" indent="-228600" algn="l" defTabSz="914400" rtl="0">
        <a:lnSpc>
          <a:spcPct val="90000"/>
        </a:lnSpc>
        <a:spcBef>
          <a:spcPts val="500"/>
        </a:spcBef>
        <a:buFont typeface="Arial"/>
        <a:buChar char="•"/>
        <a:defRPr sz="2000">
          <a:solidFill>
            <a:schemeClr val="tx1"/>
          </a:solidFill>
          <a:latin typeface="+mn-lt"/>
          <a:ea typeface="+mn-ea"/>
          <a:cs typeface="+mn-cs"/>
        </a:defRPr>
      </a:lvl3pPr>
      <a:lvl4pPr marL="1600200" indent="-228600" algn="l" defTabSz="914400" rtl="0">
        <a:lnSpc>
          <a:spcPct val="90000"/>
        </a:lnSpc>
        <a:spcBef>
          <a:spcPts val="500"/>
        </a:spcBef>
        <a:buFont typeface="Arial"/>
        <a:buChar char="•"/>
        <a:defRPr sz="1800">
          <a:solidFill>
            <a:schemeClr val="tx1"/>
          </a:solidFill>
          <a:latin typeface="+mn-lt"/>
          <a:ea typeface="+mn-ea"/>
          <a:cs typeface="+mn-cs"/>
        </a:defRPr>
      </a:lvl4pPr>
      <a:lvl5pPr marL="2057400" indent="-228600" algn="l" defTabSz="914400" rtl="0">
        <a:lnSpc>
          <a:spcPct val="90000"/>
        </a:lnSpc>
        <a:spcBef>
          <a:spcPts val="500"/>
        </a:spcBef>
        <a:buFont typeface="Arial"/>
        <a:buChar char="•"/>
        <a:defRPr sz="1800">
          <a:solidFill>
            <a:schemeClr val="tx1"/>
          </a:solidFill>
          <a:latin typeface="+mn-lt"/>
          <a:ea typeface="+mn-ea"/>
          <a:cs typeface="+mn-cs"/>
        </a:defRPr>
      </a:lvl5pPr>
      <a:lvl6pPr marL="2514600" indent="-228600" algn="l" defTabSz="914400" rtl="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500"/>
        </a:spcBef>
        <a:buFont typeface="Arial"/>
        <a:buChar char="•"/>
        <a:defRPr sz="1800">
          <a:solidFill>
            <a:schemeClr val="tx1"/>
          </a:solidFill>
          <a:latin typeface="+mn-lt"/>
          <a:ea typeface="+mn-ea"/>
          <a:cs typeface="+mn-cs"/>
        </a:defRPr>
      </a:lvl9pPr>
    </p:bodyStyle>
    <p:otherStyle>
      <a:defPPr>
        <a:defRPr lang="pt-BR"/>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5.png"/></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6.png"/></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7.png"/></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8.jpg"/></Relationships>
</file>

<file path=ppt/slides/_rels/slide3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9.jpg"/></Relationships>
</file>

<file path=ppt/slides/_rels/slide33.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10.png"/></Relationships>
</file>

<file path=ppt/slides/_rels/slide3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11.jpg"/></Relationships>
</file>

<file path=ppt/slides/_rels/slide3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12.jpg"/></Relationships>
</file>

<file path=ppt/slides/_rels/slide3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13.jpg"/></Relationships>
</file>

<file path=ppt/slides/_rels/slide4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14.png"/></Relationships>
</file>

<file path=ppt/slides/_rels/slide4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15.jpg"/></Relationships>
</file>

<file path=ppt/slides/_rels/slide4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16.jpg"/></Relationships>
</file>

<file path=ppt/slides/_rels/slide4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17.jpg"/><Relationship Id="rId4" Type="http://schemas.openxmlformats.org/officeDocument/2006/relationships/image" Target="../media/image18.jpg"/></Relationships>
</file>

<file path=ppt/slides/_rels/slide4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19.jpg"/></Relationships>
</file>

<file path=ppt/slides/_rels/slide4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20.jpg"/></Relationships>
</file>

<file path=ppt/slides/_rels/slide4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21.png"/></Relationships>
</file>

<file path=ppt/slides/_rels/slide5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image" Target="../media/image22.jpg"/></Relationships>
</file>

<file path=ppt/slides/_rels/slide5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22.jpg"/></Relationships>
</file>

<file path=ppt/slides/_rels/slide5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01554263" name="Título 1"/>
          <p:cNvSpPr>
            <a:spLocks noGrp="1"/>
          </p:cNvSpPr>
          <p:nvPr>
            <p:ph type="ctrTitle"/>
          </p:nvPr>
        </p:nvSpPr>
        <p:spPr bwMode="auto"/>
        <p:txBody>
          <a:bodyPr/>
          <a:lstStyle/>
          <a:p>
            <a:pPr>
              <a:defRPr/>
            </a:pPr>
            <a:r>
              <a:rPr lang="pt-BR"/>
              <a:t>Modelagem de Banco de Dados </a:t>
            </a:r>
            <a:endParaRPr/>
          </a:p>
        </p:txBody>
      </p:sp>
      <p:sp>
        <p:nvSpPr>
          <p:cNvPr id="182901424" name="Subtítulo 2"/>
          <p:cNvSpPr>
            <a:spLocks noGrp="1"/>
          </p:cNvSpPr>
          <p:nvPr>
            <p:ph type="subTitle" idx="1"/>
          </p:nvPr>
        </p:nvSpPr>
        <p:spPr bwMode="auto"/>
        <p:txBody>
          <a:bodyPr/>
          <a:lstStyle/>
          <a:p>
            <a:pPr>
              <a:defRPr/>
            </a:pPr>
            <a:endParaRPr lang="pt-B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65721781" name="Título 1"/>
          <p:cNvSpPr>
            <a:spLocks noGrp="1"/>
          </p:cNvSpPr>
          <p:nvPr>
            <p:ph type="title"/>
          </p:nvPr>
        </p:nvSpPr>
        <p:spPr bwMode="auto"/>
        <p:txBody>
          <a:bodyPr/>
          <a:lstStyle/>
          <a:p>
            <a:pPr>
              <a:defRPr/>
            </a:pPr>
            <a:r>
              <a:rPr lang="pt-BR"/>
              <a:t>O que é um modelo de dados?</a:t>
            </a:r>
            <a:endParaRPr/>
          </a:p>
        </p:txBody>
      </p:sp>
      <p:sp>
        <p:nvSpPr>
          <p:cNvPr id="1524140894" name="Espaço Reservado para Conteúdo 2"/>
          <p:cNvSpPr>
            <a:spLocks noGrp="1"/>
          </p:cNvSpPr>
          <p:nvPr>
            <p:ph idx="1"/>
          </p:nvPr>
        </p:nvSpPr>
        <p:spPr bwMode="auto"/>
        <p:txBody>
          <a:bodyPr>
            <a:normAutofit/>
          </a:bodyPr>
          <a:lstStyle/>
          <a:p>
            <a:pPr>
              <a:defRPr/>
            </a:pPr>
            <a:r>
              <a:rPr lang="pt-BR"/>
              <a:t>Ele é um conjunto de conceitos que podem ser usados para descrever a estrutura de uma base de dados. </a:t>
            </a:r>
            <a:endParaRPr/>
          </a:p>
          <a:p>
            <a:pPr>
              <a:defRPr/>
            </a:pPr>
            <a:r>
              <a:rPr lang="pt-BR"/>
              <a:t>Por estrutura de uma base de dados entende-se os tipos de dados, relacionamentos e restrições pertinentes aos dados que serão armazenados no BD. </a:t>
            </a:r>
            <a:endParaRPr/>
          </a:p>
          <a:p>
            <a:pPr>
              <a:defRPr/>
            </a:pPr>
            <a:r>
              <a:rPr lang="pt-BR"/>
              <a:t>Muitos modelos de dados também definem um conjunto de operações para especificar como recuperar e modificar a base de dados.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86566939" name="Título 1"/>
          <p:cNvSpPr>
            <a:spLocks noGrp="1"/>
          </p:cNvSpPr>
          <p:nvPr>
            <p:ph type="title"/>
          </p:nvPr>
        </p:nvSpPr>
        <p:spPr bwMode="auto"/>
        <p:txBody>
          <a:bodyPr/>
          <a:lstStyle/>
          <a:p>
            <a:pPr>
              <a:defRPr/>
            </a:pPr>
            <a:endParaRPr lang="pt-BR"/>
          </a:p>
        </p:txBody>
      </p:sp>
      <p:pic>
        <p:nvPicPr>
          <p:cNvPr id="2108173672" name="Espaço Reservado para Conteúdo 3"/>
          <p:cNvPicPr>
            <a:picLocks noChangeAspect="1" noGrp="1"/>
          </p:cNvPicPr>
          <p:nvPr>
            <p:ph idx="1"/>
          </p:nvPr>
        </p:nvPicPr>
        <p:blipFill rotWithShape="1">
          <a:blip r:embed="rId3"/>
          <a:stretch/>
        </p:blipFill>
        <p:spPr bwMode="auto">
          <a:xfrm>
            <a:off x="954157" y="503582"/>
            <a:ext cx="10257182" cy="502786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92616396" name="Título 1"/>
          <p:cNvSpPr>
            <a:spLocks noGrp="1"/>
          </p:cNvSpPr>
          <p:nvPr>
            <p:ph type="title"/>
          </p:nvPr>
        </p:nvSpPr>
        <p:spPr bwMode="auto"/>
        <p:txBody>
          <a:bodyPr/>
          <a:lstStyle/>
          <a:p>
            <a:pPr>
              <a:defRPr/>
            </a:pPr>
            <a:r>
              <a:rPr lang="pt-BR"/>
              <a:t>Modelo Conceitual</a:t>
            </a:r>
            <a:endParaRPr/>
          </a:p>
        </p:txBody>
      </p:sp>
      <p:sp>
        <p:nvSpPr>
          <p:cNvPr id="1177649466" name="Espaço Reservado para Conteúdo 2"/>
          <p:cNvSpPr>
            <a:spLocks noGrp="1"/>
          </p:cNvSpPr>
          <p:nvPr>
            <p:ph idx="1"/>
          </p:nvPr>
        </p:nvSpPr>
        <p:spPr bwMode="auto"/>
        <p:txBody>
          <a:bodyPr/>
          <a:lstStyle/>
          <a:p>
            <a:pPr>
              <a:defRPr/>
            </a:pPr>
            <a:r>
              <a:rPr lang="pt-BR"/>
              <a:t> Descrição mais abstrata da realidade, modelando de forma mais natural os fatos do mundo real, suas propriedades e relacionamentos.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35989244" name="Título 1"/>
          <p:cNvSpPr>
            <a:spLocks noGrp="1"/>
          </p:cNvSpPr>
          <p:nvPr>
            <p:ph type="title"/>
          </p:nvPr>
        </p:nvSpPr>
        <p:spPr bwMode="auto"/>
        <p:txBody>
          <a:bodyPr/>
          <a:lstStyle/>
          <a:p>
            <a:pPr>
              <a:defRPr/>
            </a:pPr>
            <a:r>
              <a:rPr lang="pt-BR"/>
              <a:t>Modelo Lógico</a:t>
            </a:r>
            <a:endParaRPr/>
          </a:p>
        </p:txBody>
      </p:sp>
      <p:sp>
        <p:nvSpPr>
          <p:cNvPr id="1760874171" name="Espaço Reservado para Conteúdo 2"/>
          <p:cNvSpPr>
            <a:spLocks noGrp="1"/>
          </p:cNvSpPr>
          <p:nvPr>
            <p:ph idx="1"/>
          </p:nvPr>
        </p:nvSpPr>
        <p:spPr bwMode="auto"/>
        <p:txBody>
          <a:bodyPr>
            <a:normAutofit/>
          </a:bodyPr>
          <a:lstStyle/>
          <a:p>
            <a:pPr>
              <a:defRPr/>
            </a:pPr>
            <a:r>
              <a:rPr lang="pt-BR"/>
              <a:t>Representa os dados em alguma estrutura (lógica) de armazenamento de dados, que vai depender do SGBD a ser utilizado. </a:t>
            </a:r>
            <a:endParaRPr/>
          </a:p>
          <a:p>
            <a:pPr>
              <a:defRPr/>
            </a:pPr>
            <a:r>
              <a:rPr lang="pt-BR"/>
              <a:t>Ou seja, este modelo vai especificar a representação/declaração dos dados de acordo com o SGBD escolhido, definindo assim a estrutura de registros do BD (onde cada registro define número fixo de campos (atributos) e cada campo possui tamanho fixo).</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45741978" name="Título 1"/>
          <p:cNvSpPr>
            <a:spLocks noGrp="1"/>
          </p:cNvSpPr>
          <p:nvPr>
            <p:ph type="title"/>
          </p:nvPr>
        </p:nvSpPr>
        <p:spPr bwMode="auto"/>
        <p:txBody>
          <a:bodyPr/>
          <a:lstStyle/>
          <a:p>
            <a:pPr>
              <a:defRPr/>
            </a:pPr>
            <a:r>
              <a:rPr lang="pt-BR"/>
              <a:t>Modelo Físico</a:t>
            </a:r>
            <a:endParaRPr/>
          </a:p>
        </p:txBody>
      </p:sp>
      <p:sp>
        <p:nvSpPr>
          <p:cNvPr id="1851361776" name="Espaço Reservado para Conteúdo 2"/>
          <p:cNvSpPr>
            <a:spLocks noGrp="1"/>
          </p:cNvSpPr>
          <p:nvPr>
            <p:ph idx="1"/>
          </p:nvPr>
        </p:nvSpPr>
        <p:spPr bwMode="auto"/>
        <p:txBody>
          <a:bodyPr/>
          <a:lstStyle/>
          <a:p>
            <a:pPr>
              <a:defRPr/>
            </a:pPr>
            <a:r>
              <a:rPr lang="pt-BR"/>
              <a:t>São usados para descrever os dados no nível mais baixo, tratando de aspectos de implementação do SGBD (como indexação e estruturação de arquivos, controle de concorrência, transações, recuperação em casos de falhas, entre outros).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67881231" name="Título 1"/>
          <p:cNvSpPr>
            <a:spLocks noGrp="1"/>
          </p:cNvSpPr>
          <p:nvPr>
            <p:ph type="title"/>
          </p:nvPr>
        </p:nvSpPr>
        <p:spPr bwMode="auto"/>
        <p:txBody>
          <a:bodyPr/>
          <a:lstStyle/>
          <a:p>
            <a:pPr>
              <a:defRPr/>
            </a:pPr>
            <a:endParaRPr lang="pt-BR"/>
          </a:p>
        </p:txBody>
      </p:sp>
      <p:pic>
        <p:nvPicPr>
          <p:cNvPr id="683470866" name="Espaço Reservado para Conteúdo 3"/>
          <p:cNvPicPr>
            <a:picLocks noChangeAspect="1" noGrp="1"/>
          </p:cNvPicPr>
          <p:nvPr>
            <p:ph idx="1"/>
          </p:nvPr>
        </p:nvPicPr>
        <p:blipFill rotWithShape="1">
          <a:blip r:embed="rId3"/>
          <a:stretch/>
        </p:blipFill>
        <p:spPr bwMode="auto">
          <a:xfrm>
            <a:off x="838200" y="365125"/>
            <a:ext cx="10515600" cy="551883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94953834" name="Título 1"/>
          <p:cNvSpPr>
            <a:spLocks noGrp="1"/>
          </p:cNvSpPr>
          <p:nvPr>
            <p:ph type="title"/>
          </p:nvPr>
        </p:nvSpPr>
        <p:spPr bwMode="auto">
          <a:xfrm flipH="0" flipV="0">
            <a:off x="838199" y="124848"/>
            <a:ext cx="10515600" cy="480552"/>
          </a:xfrm>
        </p:spPr>
        <p:txBody>
          <a:bodyPr vertOverflow="overflow" horzOverflow="overflow" vert="horz" wrap="square" lIns="91440" tIns="45720" rIns="91440" bIns="45720" numCol="1" spcCol="0" rtlCol="0" fromWordArt="0" anchor="ctr" anchorCtr="0" forceAA="0" upright="0" compatLnSpc="0">
            <a:normAutofit fontScale="90000" lnSpcReduction="2000"/>
          </a:bodyPr>
          <a:lstStyle/>
          <a:p>
            <a:pPr>
              <a:defRPr/>
            </a:pPr>
            <a:r>
              <a:rPr lang="pt-BR"/>
              <a:t>E como é feito tudo isso??????</a:t>
            </a:r>
            <a:endParaRPr/>
          </a:p>
        </p:txBody>
      </p:sp>
      <p:pic>
        <p:nvPicPr>
          <p:cNvPr id="2012523247" name="Espaço Reservado para Conteúdo 3"/>
          <p:cNvPicPr>
            <a:picLocks noChangeAspect="1" noGrp="1"/>
          </p:cNvPicPr>
          <p:nvPr>
            <p:ph idx="1"/>
          </p:nvPr>
        </p:nvPicPr>
        <p:blipFill rotWithShape="1">
          <a:blip r:embed="rId3"/>
          <a:stretch/>
        </p:blipFill>
        <p:spPr bwMode="auto">
          <a:xfrm flipH="0" flipV="0">
            <a:off x="838199" y="667640"/>
            <a:ext cx="10708435" cy="586296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01666318" name="Título 1"/>
          <p:cNvSpPr>
            <a:spLocks noGrp="1"/>
          </p:cNvSpPr>
          <p:nvPr>
            <p:ph type="title"/>
          </p:nvPr>
        </p:nvSpPr>
        <p:spPr bwMode="auto"/>
        <p:txBody>
          <a:bodyPr/>
          <a:lstStyle/>
          <a:p>
            <a:pPr>
              <a:defRPr/>
            </a:pPr>
            <a:r>
              <a:rPr lang="pt-BR"/>
              <a:t> Levantamento e Análise dos Requisitos</a:t>
            </a:r>
            <a:endParaRPr/>
          </a:p>
        </p:txBody>
      </p:sp>
      <p:sp>
        <p:nvSpPr>
          <p:cNvPr id="674047341" name="Espaço Reservado para Conteúdo 2"/>
          <p:cNvSpPr>
            <a:spLocks noGrp="1"/>
          </p:cNvSpPr>
          <p:nvPr>
            <p:ph idx="1"/>
          </p:nvPr>
        </p:nvSpPr>
        <p:spPr bwMode="auto"/>
        <p:txBody>
          <a:bodyPr/>
          <a:lstStyle/>
          <a:p>
            <a:pPr>
              <a:defRPr/>
            </a:pPr>
            <a:r>
              <a:rPr lang="pt-BR"/>
              <a:t> </a:t>
            </a:r>
            <a:endParaRPr lang="pt-BR"/>
          </a:p>
          <a:p>
            <a:pPr>
              <a:defRPr/>
            </a:pPr>
            <a:r>
              <a:rPr lang="pt-BR"/>
              <a:t>Nessa fase são realizadas entrevistas com os potenciais utilizadores do BD, são levantados documentos importantes, pode-se olhar um sistema legado (já existente) para ver como ele funciona, tudo com o objetivo de compreender e documentar os requisitos necessários para a construção do banco de dados (requisitos de BD).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22116309" name="Título 1"/>
          <p:cNvSpPr>
            <a:spLocks noGrp="1"/>
          </p:cNvSpPr>
          <p:nvPr>
            <p:ph type="title"/>
          </p:nvPr>
        </p:nvSpPr>
        <p:spPr bwMode="auto"/>
        <p:txBody>
          <a:bodyPr/>
          <a:lstStyle/>
          <a:p>
            <a:pPr>
              <a:defRPr/>
            </a:pPr>
            <a:r>
              <a:rPr lang="pt-BR"/>
              <a:t>Modelagem</a:t>
            </a:r>
            <a:endParaRPr/>
          </a:p>
        </p:txBody>
      </p:sp>
      <p:sp>
        <p:nvSpPr>
          <p:cNvPr id="1980777633" name="Espaço Reservado para Conteúdo 2"/>
          <p:cNvSpPr>
            <a:spLocks noGrp="1"/>
          </p:cNvSpPr>
          <p:nvPr>
            <p:ph idx="1"/>
          </p:nvPr>
        </p:nvSpPr>
        <p:spPr bwMode="auto"/>
        <p:txBody>
          <a:bodyPr/>
          <a:lstStyle/>
          <a:p>
            <a:pPr>
              <a:defRPr/>
            </a:pPr>
            <a:r>
              <a:rPr lang="pt-BR"/>
              <a:t>Projeto conceitual (ou modelagem) cujo objetivo é definir um modelo de dados conceitual que inclua a descrição das entidades do BD, dos atributos das entidades, dos relacionamentos entre entidades, além das possíveis restrições.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82994646" name="Título 1"/>
          <p:cNvSpPr>
            <a:spLocks noGrp="1"/>
          </p:cNvSpPr>
          <p:nvPr>
            <p:ph type="title"/>
          </p:nvPr>
        </p:nvSpPr>
        <p:spPr bwMode="auto"/>
        <p:txBody>
          <a:bodyPr/>
          <a:lstStyle/>
          <a:p>
            <a:pPr>
              <a:defRPr/>
            </a:pPr>
            <a:r>
              <a:rPr lang="pt-BR"/>
              <a:t>Projeto lógico </a:t>
            </a:r>
            <a:endParaRPr/>
          </a:p>
        </p:txBody>
      </p:sp>
      <p:sp>
        <p:nvSpPr>
          <p:cNvPr id="1689668526" name="Espaço Reservado para Conteúdo 2"/>
          <p:cNvSpPr>
            <a:spLocks noGrp="1"/>
          </p:cNvSpPr>
          <p:nvPr>
            <p:ph idx="1"/>
          </p:nvPr>
        </p:nvSpPr>
        <p:spPr bwMode="auto"/>
        <p:txBody>
          <a:bodyPr/>
          <a:lstStyle/>
          <a:p>
            <a:pPr>
              <a:defRPr/>
            </a:pPr>
            <a:r>
              <a:rPr lang="pt-BR"/>
              <a:t>Projeto lógico (ou implementação) que objetiva mapear o  modelo de dados conceitual para o modelo de dados relacional. </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27714430" name="Título 1"/>
          <p:cNvSpPr>
            <a:spLocks noGrp="1"/>
          </p:cNvSpPr>
          <p:nvPr>
            <p:ph type="title"/>
          </p:nvPr>
        </p:nvSpPr>
        <p:spPr bwMode="auto"/>
        <p:txBody>
          <a:bodyPr/>
          <a:lstStyle/>
          <a:p>
            <a:pPr>
              <a:defRPr/>
            </a:pPr>
            <a:r>
              <a:rPr lang="pt-BR"/>
              <a:t>Projeto físico </a:t>
            </a:r>
            <a:endParaRPr/>
          </a:p>
        </p:txBody>
      </p:sp>
      <p:sp>
        <p:nvSpPr>
          <p:cNvPr id="313911118" name="Espaço Reservado para Conteúdo 2"/>
          <p:cNvSpPr>
            <a:spLocks noGrp="1"/>
          </p:cNvSpPr>
          <p:nvPr>
            <p:ph idx="1"/>
          </p:nvPr>
        </p:nvSpPr>
        <p:spPr bwMode="auto"/>
        <p:txBody>
          <a:bodyPr/>
          <a:lstStyle/>
          <a:p>
            <a:pPr>
              <a:defRPr/>
            </a:pPr>
            <a:r>
              <a:rPr lang="pt-BR"/>
              <a:t>Projeto físico que objetiva mapear o modelo de dados relacional para o modelo de dados físico que tratará das estruturas em memória e organização dos arquivos do BD (arquivos de índices).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79585060" name="Título 1"/>
          <p:cNvSpPr>
            <a:spLocks noGrp="1"/>
          </p:cNvSpPr>
          <p:nvPr>
            <p:ph type="title"/>
          </p:nvPr>
        </p:nvSpPr>
        <p:spPr bwMode="auto"/>
        <p:txBody>
          <a:bodyPr/>
          <a:lstStyle/>
          <a:p>
            <a:pPr>
              <a:defRPr/>
            </a:pPr>
            <a:r>
              <a:rPr lang="pt-BR"/>
              <a:t>O Modelo Entidade-Relacionamento</a:t>
            </a:r>
            <a:endParaRPr/>
          </a:p>
        </p:txBody>
      </p:sp>
      <p:sp>
        <p:nvSpPr>
          <p:cNvPr id="104164969" name="Espaço Reservado para Conteúdo 2"/>
          <p:cNvSpPr>
            <a:spLocks noGrp="1"/>
          </p:cNvSpPr>
          <p:nvPr>
            <p:ph idx="1"/>
          </p:nvPr>
        </p:nvSpPr>
        <p:spPr bwMode="auto"/>
        <p:txBody>
          <a:bodyPr>
            <a:normAutofit/>
          </a:bodyPr>
          <a:lstStyle/>
          <a:p>
            <a:pPr>
              <a:defRPr/>
            </a:pPr>
            <a:r>
              <a:rPr lang="pt-BR"/>
              <a:t>Para iniciar o projeto conceitual do BD, deve ter sido antes definido qual o problema a ser resolvido, ou seja, deve-se ter determinado as fronteiras que delimitam e restringem o minimundo a ser modelado e realizado a especificação desse minimundo. </a:t>
            </a:r>
            <a:endParaRPr/>
          </a:p>
          <a:p>
            <a:pPr>
              <a:defRPr/>
            </a:pPr>
            <a:r>
              <a:rPr lang="pt-BR"/>
              <a:t>Tudo isso faz parte da etapa de análise dos requisitos. </a:t>
            </a:r>
            <a:endParaRPr lang="pt-BR"/>
          </a:p>
          <a:p>
            <a:pPr>
              <a:defRPr/>
            </a:pPr>
            <a:r>
              <a:rPr lang="pt-BR"/>
              <a:t>A partir justamente da especificação feita é que você irá extrair as informações necessárias para desenhar a primeira versão do MER.</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65031499" name="Título 1"/>
          <p:cNvSpPr>
            <a:spLocks noGrp="1"/>
          </p:cNvSpPr>
          <p:nvPr>
            <p:ph type="title"/>
          </p:nvPr>
        </p:nvSpPr>
        <p:spPr bwMode="auto"/>
        <p:txBody>
          <a:bodyPr/>
          <a:lstStyle/>
          <a:p>
            <a:pPr>
              <a:defRPr/>
            </a:pPr>
            <a:endParaRPr lang="pt-BR"/>
          </a:p>
        </p:txBody>
      </p:sp>
      <p:pic>
        <p:nvPicPr>
          <p:cNvPr id="1298414876" name="Espaço Reservado para Conteúdo 3"/>
          <p:cNvPicPr>
            <a:picLocks noChangeAspect="1" noGrp="1"/>
          </p:cNvPicPr>
          <p:nvPr>
            <p:ph idx="1"/>
          </p:nvPr>
        </p:nvPicPr>
        <p:blipFill rotWithShape="1">
          <a:blip r:embed="rId3"/>
          <a:stretch/>
        </p:blipFill>
        <p:spPr bwMode="auto">
          <a:xfrm>
            <a:off x="954157" y="365126"/>
            <a:ext cx="10399643" cy="543299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39236991" name="Título 1"/>
          <p:cNvSpPr>
            <a:spLocks noGrp="1"/>
          </p:cNvSpPr>
          <p:nvPr>
            <p:ph type="title"/>
          </p:nvPr>
        </p:nvSpPr>
        <p:spPr bwMode="auto"/>
        <p:txBody>
          <a:bodyPr/>
          <a:lstStyle/>
          <a:p>
            <a:pPr>
              <a:defRPr/>
            </a:pPr>
            <a:r>
              <a:rPr lang="pt-BR"/>
              <a:t>Versão para orientação objeto</a:t>
            </a:r>
            <a:endParaRPr/>
          </a:p>
        </p:txBody>
      </p:sp>
      <p:pic>
        <p:nvPicPr>
          <p:cNvPr id="64507172" name="Espaço Reservado para Conteúdo 3"/>
          <p:cNvPicPr>
            <a:picLocks noChangeAspect="1" noGrp="1"/>
          </p:cNvPicPr>
          <p:nvPr>
            <p:ph idx="1"/>
          </p:nvPr>
        </p:nvPicPr>
        <p:blipFill rotWithShape="1">
          <a:blip r:embed="rId3"/>
          <a:stretch/>
        </p:blipFill>
        <p:spPr bwMode="auto">
          <a:xfrm>
            <a:off x="930965" y="1731918"/>
            <a:ext cx="10422835" cy="463245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41509863" name="Título 1"/>
          <p:cNvSpPr>
            <a:spLocks noGrp="1"/>
          </p:cNvSpPr>
          <p:nvPr>
            <p:ph type="title"/>
          </p:nvPr>
        </p:nvSpPr>
        <p:spPr bwMode="auto">
          <a:xfrm flipH="0" flipV="0">
            <a:off x="348084" y="1994166"/>
            <a:ext cx="10477499" cy="1325562"/>
          </a:xfrm>
        </p:spPr>
        <p:txBody>
          <a:bodyPr/>
          <a:lstStyle/>
          <a:p>
            <a:pPr>
              <a:defRPr/>
            </a:pPr>
            <a:r>
              <a:rPr lang="pt-BR" sz="3600"/>
              <a:t>    Componentes do Modelo Entidade-Relacionamento</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46955100" name="Título 1"/>
          <p:cNvSpPr>
            <a:spLocks noGrp="1"/>
          </p:cNvSpPr>
          <p:nvPr>
            <p:ph type="title"/>
          </p:nvPr>
        </p:nvSpPr>
        <p:spPr bwMode="auto"/>
        <p:txBody>
          <a:bodyPr/>
          <a:lstStyle/>
          <a:p>
            <a:pPr>
              <a:defRPr/>
            </a:pPr>
            <a:r>
              <a:rPr lang="pt-BR"/>
              <a:t>Entidades</a:t>
            </a:r>
            <a:br>
              <a:rPr lang="pt-BR"/>
            </a:br>
            <a:endParaRPr lang="pt-BR"/>
          </a:p>
        </p:txBody>
      </p:sp>
      <p:sp>
        <p:nvSpPr>
          <p:cNvPr id="172204533" name="Espaço Reservado para Conteúdo 2"/>
          <p:cNvSpPr>
            <a:spLocks noGrp="1"/>
          </p:cNvSpPr>
          <p:nvPr>
            <p:ph idx="1"/>
          </p:nvPr>
        </p:nvSpPr>
        <p:spPr bwMode="auto"/>
        <p:txBody>
          <a:bodyPr/>
          <a:lstStyle/>
          <a:p>
            <a:pPr>
              <a:defRPr/>
            </a:pPr>
            <a:r>
              <a:rPr lang="pt-BR"/>
              <a:t>Entidades</a:t>
            </a:r>
            <a:endParaRPr/>
          </a:p>
          <a:p>
            <a:pPr>
              <a:defRPr/>
            </a:pPr>
            <a:r>
              <a:rPr lang="pt-BR"/>
              <a:t>O objeto básico que o MER representa é a entidade. </a:t>
            </a:r>
            <a:endParaRPr lang="pt-BR"/>
          </a:p>
          <a:p>
            <a:pPr>
              <a:defRPr/>
            </a:pPr>
            <a:r>
              <a:rPr lang="pt-BR"/>
              <a:t>Uma entidade é algo do mundo real que possui uma existência independente.</a:t>
            </a:r>
            <a:endParaRPr/>
          </a:p>
          <a:p>
            <a:pPr>
              <a:defRPr/>
            </a:pPr>
            <a:r>
              <a:rPr lang="pt-BR"/>
              <a:t>Uma entidade pode ser um objeto com uma existência física (por exemplo, uma pessoa, um DVD, um carro ou um livro), nesse caso é chamada entidade concreta.</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10104959" name="Título 1"/>
          <p:cNvSpPr>
            <a:spLocks noGrp="1"/>
          </p:cNvSpPr>
          <p:nvPr>
            <p:ph type="title"/>
          </p:nvPr>
        </p:nvSpPr>
        <p:spPr bwMode="auto"/>
        <p:txBody>
          <a:bodyPr/>
          <a:lstStyle/>
          <a:p>
            <a:pPr>
              <a:defRPr/>
            </a:pPr>
            <a:r>
              <a:rPr lang="pt-BR"/>
              <a:t>Exemplos</a:t>
            </a:r>
            <a:endParaRPr/>
          </a:p>
        </p:txBody>
      </p:sp>
      <p:pic>
        <p:nvPicPr>
          <p:cNvPr id="88371808" name="Espaço Reservado para Conteúdo 3"/>
          <p:cNvPicPr>
            <a:picLocks noChangeAspect="1" noGrp="1"/>
          </p:cNvPicPr>
          <p:nvPr>
            <p:ph idx="1"/>
          </p:nvPr>
        </p:nvPicPr>
        <p:blipFill rotWithShape="1">
          <a:blip r:embed="rId3"/>
          <a:stretch/>
        </p:blipFill>
        <p:spPr bwMode="auto">
          <a:xfrm flipH="0" flipV="0">
            <a:off x="2849509" y="1475800"/>
            <a:ext cx="6026565" cy="410049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43909866" name="Título 1"/>
          <p:cNvSpPr>
            <a:spLocks noGrp="1"/>
          </p:cNvSpPr>
          <p:nvPr>
            <p:ph type="title"/>
          </p:nvPr>
        </p:nvSpPr>
        <p:spPr bwMode="auto"/>
        <p:txBody>
          <a:bodyPr/>
          <a:lstStyle/>
          <a:p>
            <a:pPr>
              <a:defRPr/>
            </a:pPr>
            <a:r>
              <a:rPr lang="pt-BR"/>
              <a:t>Obs..............</a:t>
            </a:r>
            <a:endParaRPr/>
          </a:p>
        </p:txBody>
      </p:sp>
      <p:sp>
        <p:nvSpPr>
          <p:cNvPr id="756179728" name="Espaço Reservado para Conteúdo 2"/>
          <p:cNvSpPr>
            <a:spLocks noGrp="1"/>
          </p:cNvSpPr>
          <p:nvPr>
            <p:ph idx="1"/>
          </p:nvPr>
        </p:nvSpPr>
        <p:spPr bwMode="auto"/>
        <p:txBody>
          <a:bodyPr/>
          <a:lstStyle/>
          <a:p>
            <a:pPr>
              <a:defRPr/>
            </a:pPr>
            <a:r>
              <a:rPr lang="pt-BR"/>
              <a:t>É importante que toda entidade criada seja descrita em um dicionário de dados.</a:t>
            </a:r>
            <a:endParaRPr/>
          </a:p>
          <a:p>
            <a:pPr>
              <a:defRPr/>
            </a:pPr>
            <a:r>
              <a:rPr lang="pt-BR"/>
              <a:t>Mas o que é um dicionário de dados? </a:t>
            </a:r>
            <a:endParaRPr lang="pt-BR"/>
          </a:p>
          <a:p>
            <a:pPr>
              <a:defRPr/>
            </a:pPr>
            <a:r>
              <a:rPr lang="pt-BR"/>
              <a:t>Ele é um documento com a explicação de todos os objetos criados no banco de dados (entidades, atributos e relacionamentos).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51733542" name="Título 1"/>
          <p:cNvSpPr>
            <a:spLocks noGrp="1"/>
          </p:cNvSpPr>
          <p:nvPr>
            <p:ph type="title"/>
          </p:nvPr>
        </p:nvSpPr>
        <p:spPr bwMode="auto"/>
        <p:txBody>
          <a:bodyPr/>
          <a:lstStyle/>
          <a:p>
            <a:pPr>
              <a:defRPr/>
            </a:pPr>
            <a:r>
              <a:rPr lang="pt-BR"/>
              <a:t>Dicionário de dados(</a:t>
            </a:r>
            <a:r>
              <a:rPr lang="pt-BR" b="1">
                <a:solidFill>
                  <a:srgbClr val="FF0000"/>
                </a:solidFill>
              </a:rPr>
              <a:t>again</a:t>
            </a:r>
            <a:r>
              <a:rPr lang="pt-BR"/>
              <a:t>)</a:t>
            </a:r>
            <a:endParaRPr/>
          </a:p>
        </p:txBody>
      </p:sp>
      <p:sp>
        <p:nvSpPr>
          <p:cNvPr id="1933227272" name="Espaço Reservado para Conteúdo 2"/>
          <p:cNvSpPr>
            <a:spLocks noGrp="1"/>
          </p:cNvSpPr>
          <p:nvPr>
            <p:ph idx="1"/>
          </p:nvPr>
        </p:nvSpPr>
        <p:spPr bwMode="auto"/>
        <p:txBody>
          <a:bodyPr/>
          <a:lstStyle/>
          <a:p>
            <a:pPr>
              <a:defRPr/>
            </a:pPr>
            <a:r>
              <a:rPr lang="pt-BR"/>
              <a:t>Ele é um documento com a explicação de todos os objetos criados no banco de dados (entidades, atributos e relacionamentos).</a:t>
            </a:r>
            <a:endParaRPr/>
          </a:p>
          <a:p>
            <a:pPr>
              <a:defRPr/>
            </a:pPr>
            <a:endParaRPr lang="pt-BR"/>
          </a:p>
          <a:p>
            <a:pPr>
              <a:defRPr/>
            </a:pPr>
            <a:endParaRPr lang="pt-BR"/>
          </a:p>
        </p:txBody>
      </p:sp>
      <p:graphicFrame>
        <p:nvGraphicFramePr>
          <p:cNvPr id="2002997789" name="Tabela 3"/>
          <p:cNvGraphicFramePr>
            <a:graphicFrameLocks xmlns:a="http://schemas.openxmlformats.org/drawingml/2006/main" noGrp="1"/>
          </p:cNvGraphicFramePr>
          <p:nvPr/>
        </p:nvGraphicFramePr>
        <p:xfrm rot="0">
          <a:off x="2239616" y="3101009"/>
          <a:ext cx="7394713" cy="2794928"/>
        </p:xfrm>
        <a:graphic>
          <a:graphicData uri="http://schemas.openxmlformats.org/drawingml/2006/table">
            <a:tbl>
              <a:tblPr firstRow="1" firstCol="1" lastRow="1" lastCol="1" bandRow="1" bandCol="1"/>
              <a:tblGrid>
                <a:gridCol w="1109714"/>
                <a:gridCol w="3335229"/>
                <a:gridCol w="2949770"/>
              </a:tblGrid>
              <a:tr h="874643">
                <a:tc>
                  <a:txBody>
                    <a:bodyPr/>
                    <a:p>
                      <a:pPr marL="88900" marR="77470" algn="ctr">
                        <a:spcBef>
                          <a:spcPts val="695"/>
                        </a:spcBef>
                        <a:spcAft>
                          <a:spcPts val="0"/>
                        </a:spcAft>
                        <a:defRPr/>
                      </a:pPr>
                      <a:endParaRPr lang="pt-PT" sz="1100" b="1">
                        <a:solidFill>
                          <a:srgbClr val="FFFFFF"/>
                        </a:solidFill>
                        <a:latin typeface="Calibri"/>
                        <a:ea typeface="Calibri"/>
                        <a:cs typeface="Times New Roman"/>
                      </a:endParaRPr>
                    </a:p>
                    <a:p>
                      <a:pPr marL="88900" marR="77470" algn="ctr">
                        <a:spcBef>
                          <a:spcPts val="695"/>
                        </a:spcBef>
                        <a:spcAft>
                          <a:spcPts val="0"/>
                        </a:spcAft>
                        <a:defRPr/>
                      </a:pPr>
                      <a:r>
                        <a:rPr lang="pt-PT" sz="1100" b="1">
                          <a:solidFill>
                            <a:srgbClr val="FFFFFF"/>
                          </a:solidFill>
                          <a:latin typeface="Calibri"/>
                          <a:ea typeface="Calibri"/>
                          <a:cs typeface="Times New Roman"/>
                        </a:rPr>
                        <a:t>Entidade:</a:t>
                      </a:r>
                      <a:endParaRPr lang="pt-BR" sz="1100">
                        <a:latin typeface="Calibri"/>
                        <a:ea typeface="Calibri"/>
                        <a:cs typeface="Times New Roman"/>
                      </a:endParaRPr>
                    </a:p>
                  </a:txBody>
                  <a:tcPr marL="0" marR="0" marT="0" marB="0">
                    <a:lnL w="12700" algn="ctr">
                      <a:solidFill>
                        <a:srgbClr val="FFFFFF"/>
                      </a:solidFill>
                    </a:lnL>
                    <a:lnR w="12700" algn="ctr">
                      <a:solidFill>
                        <a:srgbClr val="FFFFFF"/>
                      </a:solidFill>
                    </a:lnR>
                    <a:lnT w="12700" algn="ctr">
                      <a:solidFill>
                        <a:srgbClr val="FFFFFF"/>
                      </a:solidFill>
                    </a:lnT>
                    <a:lnB w="12700" algn="ctr">
                      <a:solidFill>
                        <a:srgbClr val="FFFFFF"/>
                      </a:solidFill>
                    </a:lnB>
                    <a:solidFill>
                      <a:srgbClr val="756E56"/>
                    </a:solidFill>
                  </a:tcPr>
                </a:tc>
                <a:tc>
                  <a:txBody>
                    <a:bodyPr/>
                    <a:p>
                      <a:pPr marL="763905" marR="752475" algn="ctr">
                        <a:spcBef>
                          <a:spcPts val="695"/>
                        </a:spcBef>
                        <a:spcAft>
                          <a:spcPts val="0"/>
                        </a:spcAft>
                        <a:defRPr/>
                      </a:pPr>
                      <a:endParaRPr lang="pt-PT" sz="1100">
                        <a:solidFill>
                          <a:srgbClr val="000000"/>
                        </a:solidFill>
                        <a:latin typeface="Calibri"/>
                        <a:ea typeface="Calibri"/>
                        <a:cs typeface="Times New Roman"/>
                      </a:endParaRPr>
                    </a:p>
                    <a:p>
                      <a:pPr marL="763905" marR="752475" algn="ctr">
                        <a:spcBef>
                          <a:spcPts val="695"/>
                        </a:spcBef>
                        <a:spcAft>
                          <a:spcPts val="0"/>
                        </a:spcAft>
                        <a:defRPr/>
                      </a:pPr>
                      <a:r>
                        <a:rPr lang="pt-PT" sz="1100">
                          <a:solidFill>
                            <a:srgbClr val="000000"/>
                          </a:solidFill>
                          <a:latin typeface="Calibri"/>
                          <a:ea typeface="Calibri"/>
                          <a:cs typeface="Times New Roman"/>
                        </a:rPr>
                        <a:t>Empregado</a:t>
                      </a:r>
                      <a:endParaRPr lang="pt-BR" sz="1100">
                        <a:latin typeface="Calibri"/>
                        <a:ea typeface="Calibri"/>
                        <a:cs typeface="Times New Roman"/>
                      </a:endParaRPr>
                    </a:p>
                  </a:txBody>
                  <a:tcPr marL="0" marR="0" marT="0" marB="0">
                    <a:lnL w="12700" algn="ctr">
                      <a:solidFill>
                        <a:srgbClr val="FFFFFF"/>
                      </a:solidFill>
                    </a:lnL>
                    <a:lnR w="12700" algn="ctr">
                      <a:solidFill>
                        <a:srgbClr val="FFFFFF"/>
                      </a:solidFill>
                    </a:lnR>
                    <a:lnT w="12700" algn="ctr">
                      <a:solidFill>
                        <a:srgbClr val="FFFFFF"/>
                      </a:solidFill>
                    </a:lnT>
                    <a:lnB w="12700" algn="ctr">
                      <a:solidFill>
                        <a:srgbClr val="FFFFFF"/>
                      </a:solidFill>
                    </a:lnB>
                    <a:solidFill>
                      <a:srgbClr val="DCD4BD"/>
                    </a:solidFill>
                  </a:tcPr>
                </a:tc>
                <a:tc>
                  <a:txBody>
                    <a:bodyPr/>
                    <a:p>
                      <a:pPr marL="86360" marR="76200" algn="ctr">
                        <a:spcBef>
                          <a:spcPts val="695"/>
                        </a:spcBef>
                        <a:spcAft>
                          <a:spcPts val="0"/>
                        </a:spcAft>
                        <a:defRPr/>
                      </a:pPr>
                      <a:endParaRPr lang="pt-PT" sz="1100">
                        <a:solidFill>
                          <a:srgbClr val="000000"/>
                        </a:solidFill>
                        <a:latin typeface="Calibri"/>
                        <a:ea typeface="Calibri"/>
                        <a:cs typeface="Times New Roman"/>
                      </a:endParaRPr>
                    </a:p>
                    <a:p>
                      <a:pPr marL="86360" marR="76200" algn="ctr">
                        <a:spcBef>
                          <a:spcPts val="695"/>
                        </a:spcBef>
                        <a:spcAft>
                          <a:spcPts val="0"/>
                        </a:spcAft>
                        <a:defRPr/>
                      </a:pPr>
                      <a:r>
                        <a:rPr lang="pt-PT" sz="1100">
                          <a:solidFill>
                            <a:srgbClr val="000000"/>
                          </a:solidFill>
                          <a:latin typeface="Calibri"/>
                          <a:ea typeface="Calibri"/>
                          <a:cs typeface="Times New Roman"/>
                        </a:rPr>
                        <a:t>Encomenda</a:t>
                      </a:r>
                      <a:endParaRPr lang="pt-BR" sz="1100">
                        <a:latin typeface="Calibri"/>
                        <a:ea typeface="Calibri"/>
                        <a:cs typeface="Times New Roman"/>
                      </a:endParaRPr>
                    </a:p>
                  </a:txBody>
                  <a:tcPr marL="0" marR="0" marT="0" marB="0">
                    <a:lnL w="12700" algn="ctr">
                      <a:solidFill>
                        <a:srgbClr val="FFFFFF"/>
                      </a:solidFill>
                    </a:lnL>
                    <a:lnR w="12700" algn="ctr">
                      <a:solidFill>
                        <a:srgbClr val="FFFFFF"/>
                      </a:solidFill>
                    </a:lnR>
                    <a:lnT w="12700" algn="ctr">
                      <a:solidFill>
                        <a:srgbClr val="FFFFFF"/>
                      </a:solidFill>
                    </a:lnT>
                    <a:lnB w="12700" algn="ctr">
                      <a:solidFill>
                        <a:srgbClr val="FFFFFF"/>
                      </a:solidFill>
                    </a:lnB>
                    <a:solidFill>
                      <a:srgbClr val="DCD4BD"/>
                    </a:solidFill>
                  </a:tcPr>
                </a:tc>
              </a:tr>
              <a:tr h="1920285">
                <a:tc>
                  <a:txBody>
                    <a:bodyPr/>
                    <a:p>
                      <a:pPr algn="l">
                        <a:spcBef>
                          <a:spcPts val="695"/>
                        </a:spcBef>
                        <a:defRPr/>
                      </a:pPr>
                      <a:r>
                        <a:rPr lang="pt-PT" sz="1100">
                          <a:latin typeface="Calibri"/>
                          <a:ea typeface="Calibri"/>
                          <a:cs typeface="Times New Roman"/>
                        </a:rPr>
                        <a:t> </a:t>
                      </a:r>
                      <a:endParaRPr lang="pt-BR" sz="1100">
                        <a:latin typeface="Calibri"/>
                        <a:ea typeface="Calibri"/>
                        <a:cs typeface="Times New Roman"/>
                      </a:endParaRPr>
                    </a:p>
                    <a:p>
                      <a:pPr algn="l">
                        <a:spcBef>
                          <a:spcPts val="695"/>
                        </a:spcBef>
                        <a:defRPr/>
                      </a:pPr>
                      <a:r>
                        <a:rPr lang="pt-PT" sz="1100">
                          <a:latin typeface="Calibri"/>
                          <a:ea typeface="Calibri"/>
                          <a:cs typeface="Times New Roman"/>
                        </a:rPr>
                        <a:t> </a:t>
                      </a:r>
                      <a:endParaRPr lang="pt-BR" sz="1100">
                        <a:latin typeface="Calibri"/>
                        <a:ea typeface="Calibri"/>
                        <a:cs typeface="Times New Roman"/>
                      </a:endParaRPr>
                    </a:p>
                    <a:p>
                      <a:pPr marL="89535" marR="77470" algn="ctr">
                        <a:spcBef>
                          <a:spcPts val="654"/>
                        </a:spcBef>
                        <a:spcAft>
                          <a:spcPts val="0"/>
                        </a:spcAft>
                        <a:defRPr/>
                      </a:pPr>
                      <a:r>
                        <a:rPr lang="pt-PT" sz="1100" b="1">
                          <a:solidFill>
                            <a:srgbClr val="FFFFFF"/>
                          </a:solidFill>
                          <a:latin typeface="Calibri"/>
                          <a:ea typeface="Calibri"/>
                          <a:cs typeface="Times New Roman"/>
                        </a:rPr>
                        <a:t>Descrição:</a:t>
                      </a:r>
                      <a:endParaRPr lang="pt-BR" sz="1100">
                        <a:latin typeface="Calibri"/>
                        <a:ea typeface="Calibri"/>
                        <a:cs typeface="Times New Roman"/>
                      </a:endParaRPr>
                    </a:p>
                  </a:txBody>
                  <a:tcPr marL="0" marR="0" marT="0" marB="0">
                    <a:lnL w="12700" algn="ctr">
                      <a:solidFill>
                        <a:srgbClr val="FFFFFF"/>
                      </a:solidFill>
                    </a:lnL>
                    <a:lnR w="12700" algn="ctr">
                      <a:solidFill>
                        <a:srgbClr val="FFFFFF"/>
                      </a:solidFill>
                    </a:lnR>
                    <a:lnT w="12700" algn="ctr">
                      <a:solidFill>
                        <a:srgbClr val="FFFFFF"/>
                      </a:solidFill>
                    </a:lnT>
                    <a:lnB w="12700" algn="ctr">
                      <a:solidFill>
                        <a:srgbClr val="FFFFFF"/>
                      </a:solidFill>
                    </a:lnB>
                    <a:solidFill>
                      <a:srgbClr val="756E56"/>
                    </a:solidFill>
                  </a:tcPr>
                </a:tc>
                <a:tc>
                  <a:txBody>
                    <a:bodyPr/>
                    <a:p>
                      <a:pPr marL="120015" marR="107949" indent="1905" algn="ctr">
                        <a:lnSpc>
                          <a:spcPct val="126000"/>
                        </a:lnSpc>
                        <a:spcBef>
                          <a:spcPts val="755"/>
                        </a:spcBef>
                        <a:spcAft>
                          <a:spcPts val="0"/>
                        </a:spcAft>
                        <a:defRPr/>
                      </a:pPr>
                      <a:endParaRPr lang="pt-PT" sz="1100">
                        <a:solidFill>
                          <a:srgbClr val="000000"/>
                        </a:solidFill>
                        <a:latin typeface="Calibri"/>
                        <a:ea typeface="Calibri"/>
                        <a:cs typeface="Times New Roman"/>
                      </a:endParaRPr>
                    </a:p>
                    <a:p>
                      <a:pPr marL="120015" marR="107949" indent="1905" algn="ctr">
                        <a:lnSpc>
                          <a:spcPct val="126000"/>
                        </a:lnSpc>
                        <a:spcBef>
                          <a:spcPts val="755"/>
                        </a:spcBef>
                        <a:spcAft>
                          <a:spcPts val="0"/>
                        </a:spcAft>
                        <a:defRPr/>
                      </a:pPr>
                      <a:r>
                        <a:rPr lang="pt-PT" sz="1100">
                          <a:solidFill>
                            <a:srgbClr val="000000"/>
                          </a:solidFill>
                          <a:latin typeface="Calibri"/>
                          <a:ea typeface="Calibri"/>
                          <a:cs typeface="Times New Roman"/>
                        </a:rPr>
                        <a:t>Pessoa que mantém vínculo</a:t>
                      </a:r>
                      <a:r>
                        <a:rPr lang="pt-PT" sz="1100" spc="5">
                          <a:solidFill>
                            <a:srgbClr val="000000"/>
                          </a:solidFill>
                          <a:latin typeface="Calibri"/>
                          <a:ea typeface="Calibri"/>
                          <a:cs typeface="Times New Roman"/>
                        </a:rPr>
                        <a:t> </a:t>
                      </a:r>
                      <a:r>
                        <a:rPr lang="pt-PT" sz="1100">
                          <a:solidFill>
                            <a:srgbClr val="000000"/>
                          </a:solidFill>
                          <a:latin typeface="Calibri"/>
                          <a:ea typeface="Calibri"/>
                          <a:cs typeface="Times New Roman"/>
                        </a:rPr>
                        <a:t>empregatício</a:t>
                      </a:r>
                      <a:r>
                        <a:rPr lang="pt-PT" sz="1100" spc="-40">
                          <a:solidFill>
                            <a:srgbClr val="000000"/>
                          </a:solidFill>
                          <a:latin typeface="Calibri"/>
                          <a:ea typeface="Calibri"/>
                          <a:cs typeface="Times New Roman"/>
                        </a:rPr>
                        <a:t> </a:t>
                      </a:r>
                      <a:r>
                        <a:rPr lang="pt-PT" sz="1100">
                          <a:solidFill>
                            <a:srgbClr val="000000"/>
                          </a:solidFill>
                          <a:latin typeface="Calibri"/>
                          <a:ea typeface="Calibri"/>
                          <a:cs typeface="Times New Roman"/>
                        </a:rPr>
                        <a:t>com</a:t>
                      </a:r>
                      <a:r>
                        <a:rPr lang="pt-PT" sz="1100" spc="-40">
                          <a:solidFill>
                            <a:srgbClr val="000000"/>
                          </a:solidFill>
                          <a:latin typeface="Calibri"/>
                          <a:ea typeface="Calibri"/>
                          <a:cs typeface="Times New Roman"/>
                        </a:rPr>
                        <a:t> </a:t>
                      </a:r>
                      <a:r>
                        <a:rPr lang="pt-PT" sz="1100">
                          <a:solidFill>
                            <a:srgbClr val="000000"/>
                          </a:solidFill>
                          <a:latin typeface="Calibri"/>
                          <a:ea typeface="Calibri"/>
                          <a:cs typeface="Times New Roman"/>
                        </a:rPr>
                        <a:t>a</a:t>
                      </a:r>
                      <a:r>
                        <a:rPr lang="pt-PT" sz="1100" spc="-35">
                          <a:solidFill>
                            <a:srgbClr val="000000"/>
                          </a:solidFill>
                          <a:latin typeface="Calibri"/>
                          <a:ea typeface="Calibri"/>
                          <a:cs typeface="Times New Roman"/>
                        </a:rPr>
                        <a:t> </a:t>
                      </a:r>
                      <a:r>
                        <a:rPr lang="pt-PT" sz="1100">
                          <a:solidFill>
                            <a:srgbClr val="000000"/>
                          </a:solidFill>
                          <a:latin typeface="Calibri"/>
                          <a:ea typeface="Calibri"/>
                          <a:cs typeface="Times New Roman"/>
                        </a:rPr>
                        <a:t>Empresa</a:t>
                      </a:r>
                      <a:r>
                        <a:rPr lang="pt-PT" sz="1100" spc="-35">
                          <a:solidFill>
                            <a:srgbClr val="000000"/>
                          </a:solidFill>
                          <a:latin typeface="Calibri"/>
                          <a:ea typeface="Calibri"/>
                          <a:cs typeface="Times New Roman"/>
                        </a:rPr>
                        <a:t> </a:t>
                      </a:r>
                      <a:r>
                        <a:rPr lang="pt-PT" sz="1100">
                          <a:solidFill>
                            <a:srgbClr val="000000"/>
                          </a:solidFill>
                          <a:latin typeface="Calibri"/>
                          <a:ea typeface="Calibri"/>
                          <a:cs typeface="Times New Roman"/>
                        </a:rPr>
                        <a:t>através</a:t>
                      </a:r>
                      <a:r>
                        <a:rPr lang="pt-PT" sz="1100" spc="-35">
                          <a:solidFill>
                            <a:srgbClr val="000000"/>
                          </a:solidFill>
                          <a:latin typeface="Calibri"/>
                          <a:ea typeface="Calibri"/>
                          <a:cs typeface="Times New Roman"/>
                        </a:rPr>
                        <a:t> </a:t>
                      </a:r>
                      <a:r>
                        <a:rPr lang="pt-PT" sz="1100">
                          <a:solidFill>
                            <a:srgbClr val="000000"/>
                          </a:solidFill>
                          <a:latin typeface="Calibri"/>
                          <a:ea typeface="Calibri"/>
                          <a:cs typeface="Times New Roman"/>
                        </a:rPr>
                        <a:t>de</a:t>
                      </a:r>
                      <a:r>
                        <a:rPr lang="pt-PT" sz="1100" spc="-190">
                          <a:solidFill>
                            <a:srgbClr val="000000"/>
                          </a:solidFill>
                          <a:latin typeface="Calibri"/>
                          <a:ea typeface="Calibri"/>
                          <a:cs typeface="Times New Roman"/>
                        </a:rPr>
                        <a:t> </a:t>
                      </a:r>
                      <a:r>
                        <a:rPr lang="pt-PT" sz="1100">
                          <a:solidFill>
                            <a:srgbClr val="000000"/>
                          </a:solidFill>
                          <a:latin typeface="Calibri"/>
                          <a:ea typeface="Calibri"/>
                          <a:cs typeface="Times New Roman"/>
                        </a:rPr>
                        <a:t>um</a:t>
                      </a:r>
                      <a:r>
                        <a:rPr lang="pt-PT" sz="1100" spc="-30">
                          <a:solidFill>
                            <a:srgbClr val="000000"/>
                          </a:solidFill>
                          <a:latin typeface="Calibri"/>
                          <a:ea typeface="Calibri"/>
                          <a:cs typeface="Times New Roman"/>
                        </a:rPr>
                        <a:t> </a:t>
                      </a:r>
                      <a:r>
                        <a:rPr lang="pt-PT" sz="1100">
                          <a:solidFill>
                            <a:srgbClr val="000000"/>
                          </a:solidFill>
                          <a:latin typeface="Calibri"/>
                          <a:ea typeface="Calibri"/>
                          <a:cs typeface="Times New Roman"/>
                        </a:rPr>
                        <a:t>contrato</a:t>
                      </a:r>
                      <a:r>
                        <a:rPr lang="pt-PT" sz="1100" spc="-30">
                          <a:solidFill>
                            <a:srgbClr val="000000"/>
                          </a:solidFill>
                          <a:latin typeface="Calibri"/>
                          <a:ea typeface="Calibri"/>
                          <a:cs typeface="Times New Roman"/>
                        </a:rPr>
                        <a:t> </a:t>
                      </a:r>
                      <a:r>
                        <a:rPr lang="pt-PT" sz="1100">
                          <a:solidFill>
                            <a:srgbClr val="000000"/>
                          </a:solidFill>
                          <a:latin typeface="Calibri"/>
                          <a:ea typeface="Calibri"/>
                          <a:cs typeface="Times New Roman"/>
                        </a:rPr>
                        <a:t>de</a:t>
                      </a:r>
                      <a:r>
                        <a:rPr lang="pt-PT" sz="1100" spc="-30">
                          <a:solidFill>
                            <a:srgbClr val="000000"/>
                          </a:solidFill>
                          <a:latin typeface="Calibri"/>
                          <a:ea typeface="Calibri"/>
                          <a:cs typeface="Times New Roman"/>
                        </a:rPr>
                        <a:t> </a:t>
                      </a:r>
                      <a:r>
                        <a:rPr lang="pt-PT" sz="1100">
                          <a:solidFill>
                            <a:srgbClr val="000000"/>
                          </a:solidFill>
                          <a:latin typeface="Calibri"/>
                          <a:ea typeface="Calibri"/>
                          <a:cs typeface="Times New Roman"/>
                        </a:rPr>
                        <a:t>trabalho</a:t>
                      </a:r>
                      <a:r>
                        <a:rPr lang="pt-PT" sz="1100" spc="-30">
                          <a:solidFill>
                            <a:srgbClr val="000000"/>
                          </a:solidFill>
                          <a:latin typeface="Calibri"/>
                          <a:ea typeface="Calibri"/>
                          <a:cs typeface="Times New Roman"/>
                        </a:rPr>
                        <a:t> </a:t>
                      </a:r>
                      <a:r>
                        <a:rPr lang="pt-PT" sz="1100">
                          <a:solidFill>
                            <a:srgbClr val="000000"/>
                          </a:solidFill>
                          <a:latin typeface="Calibri"/>
                          <a:ea typeface="Calibri"/>
                          <a:cs typeface="Times New Roman"/>
                        </a:rPr>
                        <a:t>de</a:t>
                      </a:r>
                      <a:r>
                        <a:rPr lang="pt-PT" sz="1100" spc="-25">
                          <a:solidFill>
                            <a:srgbClr val="000000"/>
                          </a:solidFill>
                          <a:latin typeface="Calibri"/>
                          <a:ea typeface="Calibri"/>
                          <a:cs typeface="Times New Roman"/>
                        </a:rPr>
                        <a:t> </a:t>
                      </a:r>
                      <a:r>
                        <a:rPr lang="pt-PT" sz="1100">
                          <a:solidFill>
                            <a:srgbClr val="000000"/>
                          </a:solidFill>
                          <a:latin typeface="Calibri"/>
                          <a:ea typeface="Calibri"/>
                          <a:cs typeface="Times New Roman"/>
                        </a:rPr>
                        <a:t>acordo</a:t>
                      </a:r>
                      <a:r>
                        <a:rPr lang="pt-PT" sz="1100" spc="-30">
                          <a:solidFill>
                            <a:srgbClr val="000000"/>
                          </a:solidFill>
                          <a:latin typeface="Calibri"/>
                          <a:ea typeface="Calibri"/>
                          <a:cs typeface="Times New Roman"/>
                        </a:rPr>
                        <a:t> </a:t>
                      </a:r>
                      <a:r>
                        <a:rPr lang="pt-PT" sz="1100">
                          <a:solidFill>
                            <a:srgbClr val="000000"/>
                          </a:solidFill>
                          <a:latin typeface="Calibri"/>
                          <a:ea typeface="Calibri"/>
                          <a:cs typeface="Times New Roman"/>
                        </a:rPr>
                        <a:t>com</a:t>
                      </a:r>
                      <a:r>
                        <a:rPr lang="pt-PT" sz="1100" spc="-190">
                          <a:solidFill>
                            <a:srgbClr val="000000"/>
                          </a:solidFill>
                          <a:latin typeface="Calibri"/>
                          <a:ea typeface="Calibri"/>
                          <a:cs typeface="Times New Roman"/>
                        </a:rPr>
                        <a:t> </a:t>
                      </a:r>
                      <a:r>
                        <a:rPr lang="pt-PT" sz="1100">
                          <a:solidFill>
                            <a:srgbClr val="000000"/>
                          </a:solidFill>
                          <a:latin typeface="Calibri"/>
                          <a:ea typeface="Calibri"/>
                          <a:cs typeface="Times New Roman"/>
                        </a:rPr>
                        <a:t>a</a:t>
                      </a:r>
                      <a:r>
                        <a:rPr lang="pt-PT" sz="1100" spc="-10">
                          <a:solidFill>
                            <a:srgbClr val="000000"/>
                          </a:solidFill>
                          <a:latin typeface="Calibri"/>
                          <a:ea typeface="Calibri"/>
                          <a:cs typeface="Times New Roman"/>
                        </a:rPr>
                        <a:t> </a:t>
                      </a:r>
                      <a:r>
                        <a:rPr lang="pt-PT" sz="1100">
                          <a:solidFill>
                            <a:srgbClr val="000000"/>
                          </a:solidFill>
                          <a:latin typeface="Calibri"/>
                          <a:ea typeface="Calibri"/>
                          <a:cs typeface="Times New Roman"/>
                        </a:rPr>
                        <a:t>legislação</a:t>
                      </a:r>
                      <a:r>
                        <a:rPr lang="pt-PT" sz="1100" spc="-10">
                          <a:solidFill>
                            <a:srgbClr val="000000"/>
                          </a:solidFill>
                          <a:latin typeface="Calibri"/>
                          <a:ea typeface="Calibri"/>
                          <a:cs typeface="Times New Roman"/>
                        </a:rPr>
                        <a:t> </a:t>
                      </a:r>
                      <a:r>
                        <a:rPr lang="pt-PT" sz="1100">
                          <a:solidFill>
                            <a:srgbClr val="000000"/>
                          </a:solidFill>
                          <a:latin typeface="Calibri"/>
                          <a:ea typeface="Calibri"/>
                          <a:cs typeface="Times New Roman"/>
                        </a:rPr>
                        <a:t>trabalhista.</a:t>
                      </a:r>
                      <a:endParaRPr lang="pt-BR" sz="1100">
                        <a:latin typeface="Calibri"/>
                        <a:ea typeface="Calibri"/>
                        <a:cs typeface="Times New Roman"/>
                      </a:endParaRPr>
                    </a:p>
                  </a:txBody>
                  <a:tcPr marL="0" marR="0" marT="0" marB="0">
                    <a:lnL w="12700" algn="ctr">
                      <a:solidFill>
                        <a:srgbClr val="FFFFFF"/>
                      </a:solidFill>
                    </a:lnL>
                    <a:lnR w="12700" algn="ctr">
                      <a:solidFill>
                        <a:srgbClr val="FFFFFF"/>
                      </a:solidFill>
                    </a:lnR>
                    <a:lnT w="12700" algn="ctr">
                      <a:solidFill>
                        <a:srgbClr val="FFFFFF"/>
                      </a:solidFill>
                    </a:lnT>
                    <a:lnB w="12700" algn="ctr">
                      <a:solidFill>
                        <a:srgbClr val="FFFFFF"/>
                      </a:solidFill>
                    </a:lnB>
                    <a:solidFill>
                      <a:srgbClr val="ECE7DA"/>
                    </a:solidFill>
                  </a:tcPr>
                </a:tc>
                <a:tc>
                  <a:txBody>
                    <a:bodyPr/>
                    <a:p>
                      <a:pPr marL="88900" marR="76200" algn="ctr">
                        <a:lnSpc>
                          <a:spcPct val="126000"/>
                        </a:lnSpc>
                        <a:spcBef>
                          <a:spcPts val="755"/>
                        </a:spcBef>
                        <a:spcAft>
                          <a:spcPts val="0"/>
                        </a:spcAft>
                        <a:defRPr/>
                      </a:pPr>
                      <a:endParaRPr lang="pt-PT" sz="1100">
                        <a:solidFill>
                          <a:srgbClr val="000000"/>
                        </a:solidFill>
                        <a:latin typeface="Calibri"/>
                        <a:ea typeface="Calibri"/>
                        <a:cs typeface="Times New Roman"/>
                      </a:endParaRPr>
                    </a:p>
                    <a:p>
                      <a:pPr marL="88900" marR="76200" algn="ctr">
                        <a:lnSpc>
                          <a:spcPct val="126000"/>
                        </a:lnSpc>
                        <a:spcBef>
                          <a:spcPts val="755"/>
                        </a:spcBef>
                        <a:spcAft>
                          <a:spcPts val="0"/>
                        </a:spcAft>
                        <a:defRPr/>
                      </a:pPr>
                      <a:r>
                        <a:rPr lang="pt-PT" sz="1100">
                          <a:solidFill>
                            <a:srgbClr val="000000"/>
                          </a:solidFill>
                          <a:latin typeface="Calibri"/>
                          <a:ea typeface="Calibri"/>
                          <a:cs typeface="Times New Roman"/>
                        </a:rPr>
                        <a:t>Instrumento contratual de emissão</a:t>
                      </a:r>
                      <a:r>
                        <a:rPr lang="pt-PT" sz="1100" spc="5">
                          <a:solidFill>
                            <a:srgbClr val="000000"/>
                          </a:solidFill>
                          <a:latin typeface="Calibri"/>
                          <a:ea typeface="Calibri"/>
                          <a:cs typeface="Times New Roman"/>
                        </a:rPr>
                        <a:t> </a:t>
                      </a:r>
                      <a:r>
                        <a:rPr lang="pt-PT" sz="1100">
                          <a:solidFill>
                            <a:srgbClr val="000000"/>
                          </a:solidFill>
                          <a:latin typeface="Calibri"/>
                          <a:ea typeface="Calibri"/>
                          <a:cs typeface="Times New Roman"/>
                        </a:rPr>
                        <a:t>unilateral</a:t>
                      </a:r>
                      <a:r>
                        <a:rPr lang="pt-PT" sz="1100" spc="-40">
                          <a:solidFill>
                            <a:srgbClr val="000000"/>
                          </a:solidFill>
                          <a:latin typeface="Calibri"/>
                          <a:ea typeface="Calibri"/>
                          <a:cs typeface="Times New Roman"/>
                        </a:rPr>
                        <a:t> </a:t>
                      </a:r>
                      <a:r>
                        <a:rPr lang="pt-PT" sz="1100">
                          <a:solidFill>
                            <a:srgbClr val="000000"/>
                          </a:solidFill>
                          <a:latin typeface="Calibri"/>
                          <a:ea typeface="Calibri"/>
                          <a:cs typeface="Times New Roman"/>
                        </a:rPr>
                        <a:t>pela</a:t>
                      </a:r>
                      <a:r>
                        <a:rPr lang="pt-PT" sz="1100" spc="-35">
                          <a:solidFill>
                            <a:srgbClr val="000000"/>
                          </a:solidFill>
                          <a:latin typeface="Calibri"/>
                          <a:ea typeface="Calibri"/>
                          <a:cs typeface="Times New Roman"/>
                        </a:rPr>
                        <a:t> </a:t>
                      </a:r>
                      <a:r>
                        <a:rPr lang="pt-PT" sz="1100">
                          <a:solidFill>
                            <a:srgbClr val="000000"/>
                          </a:solidFill>
                          <a:latin typeface="Calibri"/>
                          <a:ea typeface="Calibri"/>
                          <a:cs typeface="Times New Roman"/>
                        </a:rPr>
                        <a:t>empresa</a:t>
                      </a:r>
                      <a:r>
                        <a:rPr lang="pt-PT" sz="1100" spc="-30">
                          <a:solidFill>
                            <a:srgbClr val="000000"/>
                          </a:solidFill>
                          <a:latin typeface="Calibri"/>
                          <a:ea typeface="Calibri"/>
                          <a:cs typeface="Times New Roman"/>
                        </a:rPr>
                        <a:t> </a:t>
                      </a:r>
                      <a:r>
                        <a:rPr lang="pt-PT" sz="1100">
                          <a:solidFill>
                            <a:srgbClr val="000000"/>
                          </a:solidFill>
                          <a:latin typeface="Calibri"/>
                          <a:ea typeface="Calibri"/>
                          <a:cs typeface="Times New Roman"/>
                        </a:rPr>
                        <a:t>e</a:t>
                      </a:r>
                      <a:r>
                        <a:rPr lang="pt-PT" sz="1100" spc="-30">
                          <a:solidFill>
                            <a:srgbClr val="000000"/>
                          </a:solidFill>
                          <a:latin typeface="Calibri"/>
                          <a:ea typeface="Calibri"/>
                          <a:cs typeface="Times New Roman"/>
                        </a:rPr>
                        <a:t> </a:t>
                      </a:r>
                      <a:r>
                        <a:rPr lang="pt-PT" sz="1100">
                          <a:solidFill>
                            <a:srgbClr val="000000"/>
                          </a:solidFill>
                          <a:latin typeface="Calibri"/>
                          <a:ea typeface="Calibri"/>
                          <a:cs typeface="Times New Roman"/>
                        </a:rPr>
                        <a:t>aceitação,</a:t>
                      </a:r>
                      <a:r>
                        <a:rPr lang="pt-PT" sz="1100" spc="-190">
                          <a:solidFill>
                            <a:srgbClr val="000000"/>
                          </a:solidFill>
                          <a:latin typeface="Calibri"/>
                          <a:ea typeface="Calibri"/>
                          <a:cs typeface="Times New Roman"/>
                        </a:rPr>
                        <a:t> </a:t>
                      </a:r>
                      <a:r>
                        <a:rPr lang="pt-PT" sz="1100">
                          <a:solidFill>
                            <a:srgbClr val="000000"/>
                          </a:solidFill>
                          <a:latin typeface="Calibri"/>
                          <a:ea typeface="Calibri"/>
                          <a:cs typeface="Times New Roman"/>
                        </a:rPr>
                        <a:t>expressa ou tácita, pelo fornecedor</a:t>
                      </a:r>
                      <a:r>
                        <a:rPr lang="pt-PT" sz="1100" spc="5">
                          <a:solidFill>
                            <a:srgbClr val="000000"/>
                          </a:solidFill>
                          <a:latin typeface="Calibri"/>
                          <a:ea typeface="Calibri"/>
                          <a:cs typeface="Times New Roman"/>
                        </a:rPr>
                        <a:t> </a:t>
                      </a:r>
                      <a:r>
                        <a:rPr lang="pt-PT" sz="1100">
                          <a:solidFill>
                            <a:srgbClr val="000000"/>
                          </a:solidFill>
                          <a:latin typeface="Calibri"/>
                          <a:ea typeface="Calibri"/>
                          <a:cs typeface="Times New Roman"/>
                        </a:rPr>
                        <a:t>do</a:t>
                      </a:r>
                      <a:r>
                        <a:rPr lang="pt-PT" sz="1100" spc="-10">
                          <a:solidFill>
                            <a:srgbClr val="000000"/>
                          </a:solidFill>
                          <a:latin typeface="Calibri"/>
                          <a:ea typeface="Calibri"/>
                          <a:cs typeface="Times New Roman"/>
                        </a:rPr>
                        <a:t> </a:t>
                      </a:r>
                      <a:r>
                        <a:rPr lang="pt-PT" sz="1100">
                          <a:solidFill>
                            <a:srgbClr val="000000"/>
                          </a:solidFill>
                          <a:latin typeface="Calibri"/>
                          <a:ea typeface="Calibri"/>
                          <a:cs typeface="Times New Roman"/>
                        </a:rPr>
                        <a:t>material.</a:t>
                      </a:r>
                      <a:endParaRPr lang="pt-BR" sz="1100">
                        <a:latin typeface="Calibri"/>
                        <a:ea typeface="Calibri"/>
                        <a:cs typeface="Times New Roman"/>
                      </a:endParaRPr>
                    </a:p>
                  </a:txBody>
                  <a:tcPr marL="0" marR="0" marT="0" marB="0">
                    <a:lnL w="12700" algn="ctr">
                      <a:solidFill>
                        <a:srgbClr val="FFFFFF"/>
                      </a:solidFill>
                    </a:lnL>
                    <a:lnR w="12700" algn="ctr">
                      <a:solidFill>
                        <a:srgbClr val="FFFFFF"/>
                      </a:solidFill>
                    </a:lnR>
                    <a:lnT w="12700" algn="ctr">
                      <a:solidFill>
                        <a:srgbClr val="FFFFFF"/>
                      </a:solidFill>
                    </a:lnT>
                    <a:lnB w="12700" algn="ctr">
                      <a:solidFill>
                        <a:srgbClr val="FFFFFF"/>
                      </a:solidFill>
                    </a:lnB>
                    <a:solidFill>
                      <a:srgbClr val="ECE7DA"/>
                    </a:solidFill>
                  </a:tcPr>
                </a:tc>
              </a:tr>
            </a:tbl>
          </a:graphicData>
        </a:graphic>
      </p:graphicFrame>
      <p:sp>
        <p:nvSpPr>
          <p:cNvPr id="1229651293" name=""/>
          <p:cNvSpPr/>
          <p:nvPr/>
        </p:nvSpPr>
        <p:spPr bwMode="auto">
          <a:xfrm rot="0" flipH="0" flipV="0">
            <a:off x="7015583" y="593220"/>
            <a:ext cx="914400" cy="914400"/>
          </a:xfrm>
          <a:prstGeom prst="smileyFace">
            <a:avLst>
              <a:gd name="adj" fmla="val 4653"/>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p>
            <a:pPr algn="ctr">
              <a:defRPr/>
            </a:pPr>
            <a:endParaRPr>
              <a:highlight>
                <a:srgbClr val="FF0000"/>
              </a:highlight>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93864855" name="Título 1"/>
          <p:cNvSpPr>
            <a:spLocks noGrp="1"/>
          </p:cNvSpPr>
          <p:nvPr>
            <p:ph type="title"/>
          </p:nvPr>
        </p:nvSpPr>
        <p:spPr bwMode="auto"/>
        <p:txBody>
          <a:bodyPr/>
          <a:lstStyle/>
          <a:p>
            <a:pPr>
              <a:defRPr/>
            </a:pPr>
            <a:r>
              <a:rPr lang="pt-BR"/>
              <a:t>Conjunto de entidades</a:t>
            </a:r>
            <a:br>
              <a:rPr lang="pt-BR"/>
            </a:br>
            <a:endParaRPr lang="pt-BR"/>
          </a:p>
        </p:txBody>
      </p:sp>
      <p:sp>
        <p:nvSpPr>
          <p:cNvPr id="1544336078" name="Espaço Reservado para Conteúdo 2"/>
          <p:cNvSpPr>
            <a:spLocks noGrp="1"/>
          </p:cNvSpPr>
          <p:nvPr>
            <p:ph idx="1"/>
          </p:nvPr>
        </p:nvSpPr>
        <p:spPr bwMode="auto"/>
        <p:txBody>
          <a:bodyPr/>
          <a:lstStyle/>
          <a:p>
            <a:pPr>
              <a:defRPr/>
            </a:pPr>
            <a:endParaRPr lang="pt-BR"/>
          </a:p>
          <a:p>
            <a:pPr>
              <a:defRPr/>
            </a:pPr>
            <a:r>
              <a:rPr lang="pt-BR"/>
              <a:t>É um conjunto que abrange entidades de mesmo tipo que compartilham as mesmas propriedades (atributos). </a:t>
            </a:r>
            <a:endParaRPr/>
          </a:p>
          <a:p>
            <a:pPr>
              <a:defRPr/>
            </a:pPr>
            <a:r>
              <a:rPr lang="pt-BR"/>
              <a:t>Por exemplo, todos os empregados de uma empresa. </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14837799" name="Título 1"/>
          <p:cNvSpPr>
            <a:spLocks noGrp="1"/>
          </p:cNvSpPr>
          <p:nvPr>
            <p:ph type="title"/>
          </p:nvPr>
        </p:nvSpPr>
        <p:spPr bwMode="auto">
          <a:xfrm>
            <a:off x="838200" y="121845"/>
            <a:ext cx="10515600" cy="602284"/>
          </a:xfrm>
        </p:spPr>
        <p:txBody>
          <a:bodyPr>
            <a:normAutofit fontScale="90000"/>
          </a:bodyPr>
          <a:lstStyle/>
          <a:p>
            <a:pPr>
              <a:defRPr/>
            </a:pPr>
            <a:r>
              <a:rPr lang="pt-BR"/>
              <a:t>Obs..</a:t>
            </a:r>
            <a:endParaRPr/>
          </a:p>
        </p:txBody>
      </p:sp>
      <p:sp>
        <p:nvSpPr>
          <p:cNvPr id="2098568316" name="Espaço Reservado para Conteúdo 2"/>
          <p:cNvSpPr>
            <a:spLocks noGrp="1"/>
          </p:cNvSpPr>
          <p:nvPr>
            <p:ph idx="1"/>
          </p:nvPr>
        </p:nvSpPr>
        <p:spPr bwMode="auto">
          <a:xfrm>
            <a:off x="838200" y="906010"/>
            <a:ext cx="10515600" cy="5637402"/>
          </a:xfrm>
        </p:spPr>
        <p:txBody>
          <a:bodyPr>
            <a:normAutofit lnSpcReduction="10000"/>
          </a:bodyPr>
          <a:lstStyle/>
          <a:p>
            <a:pPr>
              <a:defRPr/>
            </a:pPr>
            <a:r>
              <a:rPr lang="pt-BR"/>
              <a:t>Entidade X Instância de Entidade</a:t>
            </a:r>
            <a:endParaRPr/>
          </a:p>
          <a:p>
            <a:pPr>
              <a:defRPr/>
            </a:pPr>
            <a:r>
              <a:rPr lang="pt-BR"/>
              <a:t>Para se referir a uma entidade particular fala-se em instância ou ocorrência de entidade. Uma instância é um objeto de uma entidade com suas respectivas propriedades preenchidas com valores, distinguindo assim ela de qualquer outra instância. </a:t>
            </a:r>
            <a:endParaRPr/>
          </a:p>
          <a:p>
            <a:pPr>
              <a:defRPr/>
            </a:pPr>
            <a:r>
              <a:rPr lang="pt-BR"/>
              <a:t>Vamos exemplificar: a entidade empregado descrita há pouco, possui os atributos nome, cargo que ocupa, idade e estado civil.</a:t>
            </a:r>
            <a:endParaRPr/>
          </a:p>
          <a:p>
            <a:pPr>
              <a:defRPr/>
            </a:pPr>
            <a:r>
              <a:rPr lang="pt-BR"/>
              <a:t>Uma </a:t>
            </a:r>
            <a:r>
              <a:rPr lang="pt-BR" b="1">
                <a:solidFill>
                  <a:srgbClr val="FF0000"/>
                </a:solidFill>
              </a:rPr>
              <a:t>instância</a:t>
            </a:r>
            <a:r>
              <a:rPr lang="pt-BR"/>
              <a:t> dessa entidade poderia ser: “Maria, secretária, 31 anos, solteira”. Ou seja, a instância é como se fosse um exemplo de empregado, com os atributos preenchidos com valores. Entendeu?</a:t>
            </a:r>
            <a:endParaRPr/>
          </a:p>
          <a:p>
            <a:pPr>
              <a:defRPr/>
            </a:pPr>
            <a:r>
              <a:rPr lang="pt-BR" sz="2000" b="1">
                <a:solidFill>
                  <a:srgbClr val="FF0000"/>
                </a:solidFill>
              </a:rPr>
              <a:t>Nome; Maria</a:t>
            </a:r>
            <a:endParaRPr/>
          </a:p>
          <a:p>
            <a:pPr>
              <a:defRPr/>
            </a:pPr>
            <a:r>
              <a:rPr lang="pt-BR" sz="2000" b="1">
                <a:solidFill>
                  <a:srgbClr val="FF0000"/>
                </a:solidFill>
              </a:rPr>
              <a:t>Cargo que ocupa; Secretaria</a:t>
            </a:r>
            <a:endParaRPr/>
          </a:p>
          <a:p>
            <a:pPr>
              <a:defRPr/>
            </a:pPr>
            <a:r>
              <a:rPr lang="pt-BR" sz="2000" b="1">
                <a:solidFill>
                  <a:srgbClr val="FF0000"/>
                </a:solidFill>
              </a:rPr>
              <a:t>Idade; 31</a:t>
            </a:r>
            <a:endParaRPr/>
          </a:p>
          <a:p>
            <a:pPr>
              <a:defRPr/>
            </a:pPr>
            <a:r>
              <a:rPr lang="pt-BR" sz="2000" b="1">
                <a:solidFill>
                  <a:srgbClr val="FF0000"/>
                </a:solidFill>
              </a:rPr>
              <a:t>Estado civil; solteira</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19569572" name="Título 1"/>
          <p:cNvSpPr>
            <a:spLocks noGrp="1"/>
          </p:cNvSpPr>
          <p:nvPr>
            <p:ph type="title"/>
          </p:nvPr>
        </p:nvSpPr>
        <p:spPr bwMode="auto"/>
        <p:txBody>
          <a:bodyPr/>
          <a:lstStyle/>
          <a:p>
            <a:pPr>
              <a:defRPr/>
            </a:pPr>
            <a:r>
              <a:rPr lang="pt-BR"/>
              <a:t>Atributos</a:t>
            </a:r>
            <a:endParaRPr/>
          </a:p>
        </p:txBody>
      </p:sp>
      <p:sp>
        <p:nvSpPr>
          <p:cNvPr id="1020366665" name="Espaço Reservado para Conteúdo 2"/>
          <p:cNvSpPr>
            <a:spLocks noGrp="1"/>
          </p:cNvSpPr>
          <p:nvPr>
            <p:ph idx="1"/>
          </p:nvPr>
        </p:nvSpPr>
        <p:spPr bwMode="auto"/>
        <p:txBody>
          <a:bodyPr/>
          <a:lstStyle/>
          <a:p>
            <a:pPr>
              <a:defRPr/>
            </a:pPr>
            <a:r>
              <a:rPr lang="pt-BR"/>
              <a:t>São propriedades descritivas de cada membro/propriedade de uma entidade ou  relacionamento.</a:t>
            </a:r>
            <a:endParaRPr/>
          </a:p>
          <a:p>
            <a:pPr>
              <a:defRPr/>
            </a:pPr>
            <a:r>
              <a:rPr lang="pt-BR"/>
              <a:t>Em outras palavras, uma entidade sempre é representada por um conjunto de atributos.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57338557" name="Título 1"/>
          <p:cNvSpPr>
            <a:spLocks noGrp="1"/>
          </p:cNvSpPr>
          <p:nvPr>
            <p:ph type="title"/>
          </p:nvPr>
        </p:nvSpPr>
        <p:spPr bwMode="auto"/>
        <p:txBody>
          <a:bodyPr/>
          <a:lstStyle/>
          <a:p>
            <a:pPr>
              <a:defRPr/>
            </a:pPr>
            <a:r>
              <a:rPr lang="pt-BR"/>
              <a:t>Atributos</a:t>
            </a:r>
            <a:endParaRPr/>
          </a:p>
        </p:txBody>
      </p:sp>
      <p:sp>
        <p:nvSpPr>
          <p:cNvPr id="169984693" name="Espaço Reservado para Conteúdo 2"/>
          <p:cNvSpPr>
            <a:spLocks noGrp="1"/>
          </p:cNvSpPr>
          <p:nvPr>
            <p:ph idx="1"/>
          </p:nvPr>
        </p:nvSpPr>
        <p:spPr bwMode="auto"/>
        <p:txBody>
          <a:bodyPr/>
          <a:lstStyle/>
          <a:p>
            <a:pPr>
              <a:defRPr/>
            </a:pPr>
            <a:r>
              <a:rPr lang="pt-BR"/>
              <a:t>Simples</a:t>
            </a:r>
            <a:endParaRPr/>
          </a:p>
          <a:p>
            <a:pPr>
              <a:defRPr/>
            </a:pPr>
            <a:r>
              <a:rPr lang="pt-BR"/>
              <a:t>Compostos</a:t>
            </a:r>
            <a:endParaRPr/>
          </a:p>
          <a:p>
            <a:pPr>
              <a:defRPr/>
            </a:pPr>
            <a:r>
              <a:rPr lang="pt-BR"/>
              <a:t>Monovalorados</a:t>
            </a:r>
            <a:endParaRPr lang="pt-BR"/>
          </a:p>
          <a:p>
            <a:pPr>
              <a:defRPr/>
            </a:pPr>
            <a:r>
              <a:rPr lang="pt-BR"/>
              <a:t>Multivalorados</a:t>
            </a:r>
            <a:endParaRPr/>
          </a:p>
          <a:p>
            <a:pPr>
              <a:defRPr/>
            </a:pPr>
            <a:r>
              <a:rPr lang="pt-BR"/>
              <a:t>Nulos</a:t>
            </a:r>
            <a:endParaRPr/>
          </a:p>
          <a:p>
            <a:pPr>
              <a:defRPr/>
            </a:pPr>
            <a:r>
              <a:rPr lang="pt-BR"/>
              <a:t>Derivados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70051552" name="Título 1"/>
          <p:cNvSpPr>
            <a:spLocks noGrp="1"/>
          </p:cNvSpPr>
          <p:nvPr>
            <p:ph type="title"/>
          </p:nvPr>
        </p:nvSpPr>
        <p:spPr bwMode="auto"/>
        <p:txBody>
          <a:bodyPr/>
          <a:lstStyle/>
          <a:p>
            <a:pPr>
              <a:defRPr/>
            </a:pPr>
            <a:r>
              <a:rPr lang="pt-BR"/>
              <a:t>Simples / Compostos</a:t>
            </a:r>
            <a:endParaRPr/>
          </a:p>
        </p:txBody>
      </p:sp>
      <p:sp>
        <p:nvSpPr>
          <p:cNvPr id="1021068721" name="Espaço Reservado para Conteúdo 2"/>
          <p:cNvSpPr>
            <a:spLocks noGrp="1"/>
          </p:cNvSpPr>
          <p:nvPr>
            <p:ph idx="1"/>
          </p:nvPr>
        </p:nvSpPr>
        <p:spPr bwMode="auto"/>
        <p:txBody>
          <a:bodyPr>
            <a:normAutofit fontScale="92500"/>
          </a:bodyPr>
          <a:lstStyle/>
          <a:p>
            <a:pPr>
              <a:defRPr/>
            </a:pPr>
            <a:r>
              <a:rPr lang="pt-BR"/>
              <a:t>Simples – os atributos simples </a:t>
            </a:r>
            <a:r>
              <a:rPr lang="pt-BR" b="1">
                <a:solidFill>
                  <a:srgbClr val="FF0000"/>
                </a:solidFill>
              </a:rPr>
              <a:t>não podem ser divididos</a:t>
            </a:r>
            <a:r>
              <a:rPr lang="pt-BR"/>
              <a:t>, são atômicos. Por exemplo: Salário, CPF, idade, entre outros.</a:t>
            </a:r>
            <a:endParaRPr/>
          </a:p>
          <a:p>
            <a:pPr>
              <a:defRPr/>
            </a:pPr>
            <a:r>
              <a:rPr lang="pt-BR"/>
              <a:t>Compostos – os atributos compostos </a:t>
            </a:r>
            <a:r>
              <a:rPr lang="pt-BR" b="1">
                <a:solidFill>
                  <a:srgbClr val="FF0000"/>
                </a:solidFill>
              </a:rPr>
              <a:t>podem ser divididos </a:t>
            </a:r>
            <a:r>
              <a:rPr lang="pt-BR"/>
              <a:t>em partes (ou seja, podem ser quebrados em outros atributos mais simples/elementares). </a:t>
            </a:r>
            <a:endParaRPr/>
          </a:p>
          <a:p>
            <a:pPr>
              <a:defRPr/>
            </a:pPr>
            <a:r>
              <a:rPr lang="pt-BR"/>
              <a:t>Por exemplo: </a:t>
            </a:r>
            <a:r>
              <a:rPr lang="pt-BR" b="1">
                <a:solidFill>
                  <a:srgbClr val="FF0000"/>
                </a:solidFill>
              </a:rPr>
              <a:t>endereço pode ser dividido em rua, número, bairro e CEP</a:t>
            </a:r>
            <a:r>
              <a:rPr lang="pt-BR"/>
              <a:t>. O atributo </a:t>
            </a:r>
            <a:r>
              <a:rPr lang="pt-BR"/>
              <a:t>NomeCliente</a:t>
            </a:r>
            <a:r>
              <a:rPr lang="pt-BR"/>
              <a:t> pode se dividido em prenome, </a:t>
            </a:r>
            <a:r>
              <a:rPr lang="pt-BR"/>
              <a:t>nomeIntermediário</a:t>
            </a:r>
            <a:r>
              <a:rPr lang="pt-BR"/>
              <a:t> e sobrenome. Atributos compostos são usados quando o usuário desejar se referir ao atributo como um todo em certas ocasiões e somente a parte dele em outras. Se o atributo composto for sempre referenciado como um todo, não existe razão para subdividi-lo em componentes elementares.</a:t>
            </a:r>
            <a:endParaRPr/>
          </a:p>
          <a:p>
            <a:pPr>
              <a:defRPr/>
            </a:pPr>
            <a:endParaRPr lang="pt-B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65026629" name="Título 1"/>
          <p:cNvSpPr>
            <a:spLocks noGrp="1"/>
          </p:cNvSpPr>
          <p:nvPr>
            <p:ph type="title"/>
          </p:nvPr>
        </p:nvSpPr>
        <p:spPr bwMode="auto"/>
        <p:txBody>
          <a:bodyPr/>
          <a:lstStyle/>
          <a:p>
            <a:pPr>
              <a:defRPr/>
            </a:pPr>
            <a:r>
              <a:rPr lang="pt-BR"/>
              <a:t>Monovalorados</a:t>
            </a:r>
            <a:r>
              <a:rPr lang="pt-BR"/>
              <a:t> /Multivalorados</a:t>
            </a:r>
            <a:endParaRPr/>
          </a:p>
        </p:txBody>
      </p:sp>
      <p:sp>
        <p:nvSpPr>
          <p:cNvPr id="54483813" name="Espaço Reservado para Conteúdo 2"/>
          <p:cNvSpPr>
            <a:spLocks noGrp="1"/>
          </p:cNvSpPr>
          <p:nvPr>
            <p:ph idx="1"/>
          </p:nvPr>
        </p:nvSpPr>
        <p:spPr bwMode="auto"/>
        <p:txBody>
          <a:bodyPr>
            <a:normAutofit fontScale="92500"/>
          </a:bodyPr>
          <a:lstStyle/>
          <a:p>
            <a:pPr>
              <a:defRPr/>
            </a:pPr>
            <a:r>
              <a:rPr lang="pt-BR">
                <a:solidFill>
                  <a:srgbClr val="FF0000"/>
                </a:solidFill>
              </a:rPr>
              <a:t>Monovalorados</a:t>
            </a:r>
            <a:r>
              <a:rPr lang="pt-BR"/>
              <a:t> – Os atributos </a:t>
            </a:r>
            <a:r>
              <a:rPr lang="pt-BR"/>
              <a:t>monovalorados</a:t>
            </a:r>
            <a:r>
              <a:rPr lang="pt-BR"/>
              <a:t> possuem apenas um valor por entidade. Por exemplo: o atributo CPF de uma entidade Cliente refere-se apenas a um nº de CPF é, então, </a:t>
            </a:r>
            <a:r>
              <a:rPr lang="pt-BR"/>
              <a:t>monovalorado</a:t>
            </a:r>
            <a:r>
              <a:rPr lang="pt-BR"/>
              <a:t>. Outro exemplo pode ser o atributo data de nascimento. </a:t>
            </a:r>
            <a:r>
              <a:rPr lang="pt-BR" b="1">
                <a:solidFill>
                  <a:srgbClr val="FF0000"/>
                </a:solidFill>
              </a:rPr>
              <a:t>ÚNICO VALOR</a:t>
            </a:r>
            <a:endParaRPr/>
          </a:p>
          <a:p>
            <a:pPr>
              <a:defRPr/>
            </a:pPr>
            <a:r>
              <a:rPr lang="pt-BR"/>
              <a:t>Multivalorados – Atributos multivalorados podem possuir um conjunto de valores para uma única entidade. Por exemplo: na entidade do Cliente pode existir um atributo telefone e um cliente pode ter cadastrado um, nenhum ou vários telefones (</a:t>
            </a:r>
            <a:r>
              <a:rPr lang="pt-BR"/>
              <a:t>ex</a:t>
            </a:r>
            <a:r>
              <a:rPr lang="pt-BR"/>
              <a:t>: telefone residencial, comercial e celular). </a:t>
            </a:r>
            <a:endParaRPr/>
          </a:p>
          <a:p>
            <a:pPr>
              <a:defRPr/>
            </a:pPr>
            <a:r>
              <a:rPr lang="pt-BR"/>
              <a:t>Obs</a:t>
            </a:r>
            <a:r>
              <a:rPr lang="pt-BR"/>
              <a:t>: Atributos multivalorados podem possuir uma multiplicidade, indicando as quantidades mínima e máxima de valores que ele pode assumir.</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4383880" name="Título 1"/>
          <p:cNvSpPr>
            <a:spLocks noGrp="1"/>
          </p:cNvSpPr>
          <p:nvPr>
            <p:ph type="title"/>
          </p:nvPr>
        </p:nvSpPr>
        <p:spPr bwMode="auto"/>
        <p:txBody>
          <a:bodyPr/>
          <a:lstStyle/>
          <a:p>
            <a:pPr>
              <a:defRPr/>
            </a:pPr>
            <a:r>
              <a:rPr lang="pt-BR"/>
              <a:t>Nulo</a:t>
            </a:r>
            <a:endParaRPr/>
          </a:p>
        </p:txBody>
      </p:sp>
      <p:sp>
        <p:nvSpPr>
          <p:cNvPr id="1020258933" name="Espaço Reservado para Conteúdo 2"/>
          <p:cNvSpPr>
            <a:spLocks noGrp="1"/>
          </p:cNvSpPr>
          <p:nvPr>
            <p:ph idx="1"/>
          </p:nvPr>
        </p:nvSpPr>
        <p:spPr bwMode="auto"/>
        <p:txBody>
          <a:bodyPr/>
          <a:lstStyle/>
          <a:p>
            <a:pPr>
              <a:defRPr/>
            </a:pPr>
            <a:r>
              <a:rPr lang="pt-BR"/>
              <a:t>Nulos – Um atributo nulo é usado quando uma entidade não possui valor para um determinado atributo. Nulo significa que o valor do atributo é vazio (não-aplicável) ou ainda não foi informado (desconhecido). </a:t>
            </a:r>
            <a:endParaRPr/>
          </a:p>
          <a:p>
            <a:pPr>
              <a:defRPr/>
            </a:pPr>
            <a:r>
              <a:rPr lang="pt-BR" b="1">
                <a:solidFill>
                  <a:srgbClr val="FF0000"/>
                </a:solidFill>
              </a:rPr>
              <a:t>Por exemplo: Se o empregado não possui número da carteira de reservista (por ser do sexo feminino), o valor nulo é atribuído a este atributo para esta entidade, significando que o atributo não é aplicável a ele. EXISTE! MAS NÃO SE APLICA!</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5565728" name="Título 1"/>
          <p:cNvSpPr>
            <a:spLocks noGrp="1"/>
          </p:cNvSpPr>
          <p:nvPr>
            <p:ph type="title"/>
          </p:nvPr>
        </p:nvSpPr>
        <p:spPr bwMode="auto"/>
        <p:txBody>
          <a:bodyPr/>
          <a:lstStyle/>
          <a:p>
            <a:pPr>
              <a:defRPr/>
            </a:pPr>
            <a:r>
              <a:rPr lang="pt-BR"/>
              <a:t>Derivado</a:t>
            </a:r>
            <a:endParaRPr/>
          </a:p>
        </p:txBody>
      </p:sp>
      <p:sp>
        <p:nvSpPr>
          <p:cNvPr id="2079221389" name="Espaço Reservado para Conteúdo 2"/>
          <p:cNvSpPr>
            <a:spLocks noGrp="1"/>
          </p:cNvSpPr>
          <p:nvPr>
            <p:ph idx="1"/>
          </p:nvPr>
        </p:nvSpPr>
        <p:spPr bwMode="auto"/>
        <p:txBody>
          <a:bodyPr>
            <a:normAutofit/>
          </a:bodyPr>
          <a:lstStyle/>
          <a:p>
            <a:pPr>
              <a:defRPr/>
            </a:pPr>
            <a:r>
              <a:rPr lang="pt-PT" b="1">
                <a:latin typeface="Calibri"/>
                <a:ea typeface="Calibri"/>
              </a:rPr>
              <a:t>Derivados </a:t>
            </a:r>
            <a:r>
              <a:rPr lang="pt-PT">
                <a:latin typeface="Calibri"/>
                <a:ea typeface="Calibri"/>
              </a:rPr>
              <a:t>– O valor desse tipo de atributo pode ser derivado de outros atributos</a:t>
            </a:r>
            <a:r>
              <a:rPr lang="pt-PT" spc="5">
                <a:latin typeface="Calibri"/>
                <a:ea typeface="Calibri"/>
              </a:rPr>
              <a:t> </a:t>
            </a:r>
            <a:r>
              <a:rPr lang="pt-PT">
                <a:latin typeface="Calibri"/>
                <a:ea typeface="Calibri"/>
              </a:rPr>
              <a:t>ou entidades a ele relacionados. </a:t>
            </a:r>
            <a:endParaRPr/>
          </a:p>
          <a:p>
            <a:pPr>
              <a:defRPr/>
            </a:pPr>
            <a:r>
              <a:rPr lang="pt-PT">
                <a:latin typeface="Calibri"/>
                <a:ea typeface="Calibri"/>
              </a:rPr>
              <a:t>Por exemplo: suponha que se deseje colocar na entidade</a:t>
            </a:r>
            <a:r>
              <a:rPr lang="pt-PT" spc="5">
                <a:latin typeface="Calibri"/>
                <a:ea typeface="Calibri"/>
              </a:rPr>
              <a:t> </a:t>
            </a:r>
            <a:r>
              <a:rPr lang="pt-PT">
                <a:latin typeface="Calibri"/>
                <a:ea typeface="Calibri"/>
              </a:rPr>
              <a:t>cliente</a:t>
            </a:r>
            <a:r>
              <a:rPr lang="pt-PT" spc="5">
                <a:latin typeface="Calibri"/>
                <a:ea typeface="Calibri"/>
              </a:rPr>
              <a:t> </a:t>
            </a:r>
            <a:r>
              <a:rPr lang="pt-PT">
                <a:latin typeface="Calibri"/>
                <a:ea typeface="Calibri"/>
              </a:rPr>
              <a:t>o</a:t>
            </a:r>
            <a:r>
              <a:rPr lang="pt-PT" spc="5">
                <a:latin typeface="Calibri"/>
                <a:ea typeface="Calibri"/>
              </a:rPr>
              <a:t> </a:t>
            </a:r>
            <a:r>
              <a:rPr lang="pt-PT">
                <a:latin typeface="Calibri"/>
                <a:ea typeface="Calibri"/>
              </a:rPr>
              <a:t>atributo</a:t>
            </a:r>
            <a:r>
              <a:rPr lang="pt-PT" spc="5">
                <a:latin typeface="Calibri"/>
                <a:ea typeface="Calibri"/>
              </a:rPr>
              <a:t> </a:t>
            </a:r>
            <a:r>
              <a:rPr lang="pt-PT">
                <a:latin typeface="Calibri"/>
                <a:ea typeface="Calibri"/>
              </a:rPr>
              <a:t>emprestimosRealizados</a:t>
            </a:r>
            <a:r>
              <a:rPr lang="pt-PT">
                <a:latin typeface="Calibri"/>
                <a:ea typeface="Calibri"/>
              </a:rPr>
              <a:t>,</a:t>
            </a:r>
            <a:r>
              <a:rPr lang="pt-PT" spc="5">
                <a:latin typeface="Calibri"/>
                <a:ea typeface="Calibri"/>
              </a:rPr>
              <a:t> </a:t>
            </a:r>
            <a:r>
              <a:rPr lang="pt-PT">
                <a:latin typeface="Calibri"/>
                <a:ea typeface="Calibri"/>
              </a:rPr>
              <a:t>que</a:t>
            </a:r>
            <a:r>
              <a:rPr lang="pt-PT" spc="5">
                <a:latin typeface="Calibri"/>
                <a:ea typeface="Calibri"/>
              </a:rPr>
              <a:t> </a:t>
            </a:r>
            <a:r>
              <a:rPr lang="pt-PT">
                <a:latin typeface="Calibri"/>
                <a:ea typeface="Calibri"/>
              </a:rPr>
              <a:t>representa</a:t>
            </a:r>
            <a:r>
              <a:rPr lang="pt-PT" spc="5">
                <a:latin typeface="Calibri"/>
                <a:ea typeface="Calibri"/>
              </a:rPr>
              <a:t> </a:t>
            </a:r>
            <a:r>
              <a:rPr lang="pt-PT">
                <a:latin typeface="Calibri"/>
                <a:ea typeface="Calibri"/>
              </a:rPr>
              <a:t>o</a:t>
            </a:r>
            <a:r>
              <a:rPr lang="pt-PT" spc="5">
                <a:latin typeface="Calibri"/>
                <a:ea typeface="Calibri"/>
              </a:rPr>
              <a:t> </a:t>
            </a:r>
            <a:r>
              <a:rPr lang="pt-PT">
                <a:latin typeface="Calibri"/>
                <a:ea typeface="Calibri"/>
              </a:rPr>
              <a:t>número</a:t>
            </a:r>
            <a:r>
              <a:rPr lang="pt-PT" spc="5">
                <a:latin typeface="Calibri"/>
                <a:ea typeface="Calibri"/>
              </a:rPr>
              <a:t> </a:t>
            </a:r>
            <a:r>
              <a:rPr lang="pt-PT">
                <a:latin typeface="Calibri"/>
                <a:ea typeface="Calibri"/>
              </a:rPr>
              <a:t>de</a:t>
            </a:r>
            <a:r>
              <a:rPr lang="pt-PT" spc="5">
                <a:latin typeface="Calibri"/>
                <a:ea typeface="Calibri"/>
              </a:rPr>
              <a:t> </a:t>
            </a:r>
            <a:r>
              <a:rPr lang="pt-PT">
                <a:latin typeface="Calibri"/>
                <a:ea typeface="Calibri"/>
              </a:rPr>
              <a:t>empréstimos</a:t>
            </a:r>
            <a:r>
              <a:rPr lang="pt-PT" spc="5">
                <a:latin typeface="Calibri"/>
                <a:ea typeface="Calibri"/>
              </a:rPr>
              <a:t> </a:t>
            </a:r>
            <a:r>
              <a:rPr lang="pt-PT">
                <a:latin typeface="Calibri"/>
                <a:ea typeface="Calibri"/>
              </a:rPr>
              <a:t>tomados do banco por um cliente. </a:t>
            </a:r>
            <a:endParaRPr/>
          </a:p>
          <a:p>
            <a:pPr>
              <a:defRPr/>
            </a:pPr>
            <a:r>
              <a:rPr lang="pt-PT">
                <a:latin typeface="Calibri"/>
                <a:ea typeface="Calibri"/>
              </a:rPr>
              <a:t>Esse atributo não necessitaria ser preenchido, o valor</a:t>
            </a:r>
            <a:r>
              <a:rPr lang="pt-PT" spc="5">
                <a:latin typeface="Calibri"/>
                <a:ea typeface="Calibri"/>
              </a:rPr>
              <a:t> </a:t>
            </a:r>
            <a:r>
              <a:rPr lang="pt-PT">
                <a:latin typeface="Calibri"/>
                <a:ea typeface="Calibri"/>
              </a:rPr>
              <a:t>dele poderia ser obtido contanto o número de entidades empréstimos existentes. </a:t>
            </a:r>
            <a:endParaRPr/>
          </a:p>
          <a:p>
            <a:pPr>
              <a:defRPr/>
            </a:pPr>
            <a:r>
              <a:rPr lang="pt-PT">
                <a:latin typeface="Calibri"/>
              </a:rPr>
              <a:t>“Pode ser que tenha ou pode ser que não tenha” </a:t>
            </a:r>
            <a:endParaRPr lang="pt-B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68106059" name="Título 1"/>
          <p:cNvSpPr>
            <a:spLocks noGrp="1"/>
          </p:cNvSpPr>
          <p:nvPr>
            <p:ph type="title"/>
          </p:nvPr>
        </p:nvSpPr>
        <p:spPr bwMode="auto"/>
        <p:txBody>
          <a:bodyPr/>
          <a:lstStyle/>
          <a:p>
            <a:pPr>
              <a:defRPr/>
            </a:pPr>
            <a:r>
              <a:rPr lang="pt-BR"/>
              <a:t>Exemplo MER</a:t>
            </a:r>
            <a:endParaRPr/>
          </a:p>
        </p:txBody>
      </p:sp>
      <p:pic>
        <p:nvPicPr>
          <p:cNvPr id="1941681670" name="Espaço Reservado para Conteúdo 3"/>
          <p:cNvPicPr>
            <a:picLocks noChangeAspect="1" noGrp="1"/>
          </p:cNvPicPr>
          <p:nvPr>
            <p:ph idx="1"/>
          </p:nvPr>
        </p:nvPicPr>
        <p:blipFill rotWithShape="1">
          <a:blip r:embed="rId3"/>
          <a:stretch/>
        </p:blipFill>
        <p:spPr bwMode="auto">
          <a:xfrm>
            <a:off x="3384889" y="1842053"/>
            <a:ext cx="5422222" cy="3225908"/>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87165348" name="Título 1"/>
          <p:cNvSpPr>
            <a:spLocks noGrp="1"/>
          </p:cNvSpPr>
          <p:nvPr>
            <p:ph type="title"/>
          </p:nvPr>
        </p:nvSpPr>
        <p:spPr bwMode="auto"/>
        <p:txBody>
          <a:bodyPr/>
          <a:lstStyle/>
          <a:p>
            <a:pPr>
              <a:defRPr/>
            </a:pPr>
            <a:r>
              <a:rPr lang="pt-BR"/>
              <a:t>Identificador de Entidade</a:t>
            </a:r>
            <a:endParaRPr/>
          </a:p>
        </p:txBody>
      </p:sp>
      <p:sp>
        <p:nvSpPr>
          <p:cNvPr id="1521621888" name="Espaço Reservado para Conteúdo 2"/>
          <p:cNvSpPr>
            <a:spLocks noGrp="1"/>
          </p:cNvSpPr>
          <p:nvPr>
            <p:ph idx="1"/>
          </p:nvPr>
        </p:nvSpPr>
        <p:spPr bwMode="auto"/>
        <p:txBody>
          <a:bodyPr/>
          <a:lstStyle/>
          <a:p>
            <a:pPr>
              <a:defRPr/>
            </a:pPr>
            <a:r>
              <a:rPr lang="pt-BR"/>
              <a:t>Identificador de entidade é um (simples) ou mais (composto) atributos cujos valores identificam unicamente uma entidade. </a:t>
            </a:r>
            <a:endParaRPr/>
          </a:p>
          <a:p>
            <a:pPr>
              <a:defRPr/>
            </a:pPr>
            <a:r>
              <a:rPr lang="pt-BR"/>
              <a:t>Ou seja, o identificador deve possuir um valor único para cada entidade, não admitindo valores repetidos do atributo (ou dos atributos) que o compõem.</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50206024" name="Título 1"/>
          <p:cNvSpPr>
            <a:spLocks noGrp="1"/>
          </p:cNvSpPr>
          <p:nvPr>
            <p:ph type="title"/>
          </p:nvPr>
        </p:nvSpPr>
        <p:spPr bwMode="auto"/>
        <p:txBody>
          <a:bodyPr/>
          <a:lstStyle/>
          <a:p>
            <a:pPr>
              <a:defRPr/>
            </a:pPr>
            <a:r>
              <a:rPr lang="pt-BR"/>
              <a:t>Como fazemos?</a:t>
            </a:r>
            <a:endParaRPr/>
          </a:p>
        </p:txBody>
      </p:sp>
      <p:sp>
        <p:nvSpPr>
          <p:cNvPr id="1695682188" name="Espaço Reservado para Conteúdo 2"/>
          <p:cNvSpPr>
            <a:spLocks noGrp="1"/>
          </p:cNvSpPr>
          <p:nvPr>
            <p:ph idx="1"/>
          </p:nvPr>
        </p:nvSpPr>
        <p:spPr bwMode="auto"/>
        <p:txBody>
          <a:bodyPr/>
          <a:lstStyle/>
          <a:p>
            <a:pPr>
              <a:defRPr/>
            </a:pPr>
            <a:r>
              <a:rPr lang="pt-BR"/>
              <a:t>Notação de Peter </a:t>
            </a:r>
            <a:r>
              <a:rPr lang="pt-BR"/>
              <a:t>chen</a:t>
            </a:r>
            <a:br>
              <a:rPr lang="pt-BR"/>
            </a:br>
            <a:br>
              <a:rPr lang="pt-BR"/>
            </a:br>
            <a:r>
              <a:rPr lang="pt-BR"/>
              <a:t>Usa-se um círculo preto para o atributo identificador e círculos brancos para o restante dos atributos. </a:t>
            </a:r>
            <a:endParaRPr/>
          </a:p>
          <a:p>
            <a:pPr>
              <a:defRPr/>
            </a:pPr>
            <a:endParaRPr lang="pt-BR"/>
          </a:p>
        </p:txBody>
      </p:sp>
      <p:pic>
        <p:nvPicPr>
          <p:cNvPr id="919452794" name="image13.jpeg"/>
          <p:cNvPicPr>
            <a:picLocks noChangeAspect="1"/>
          </p:cNvPicPr>
          <p:nvPr/>
        </p:nvPicPr>
        <p:blipFill rotWithShape="1">
          <a:blip r:embed="rId3"/>
          <a:stretch/>
        </p:blipFill>
        <p:spPr bwMode="auto">
          <a:xfrm>
            <a:off x="3362178" y="3818545"/>
            <a:ext cx="5781821" cy="187886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84906253" name="Título 1"/>
          <p:cNvSpPr>
            <a:spLocks noGrp="1"/>
          </p:cNvSpPr>
          <p:nvPr>
            <p:ph type="title"/>
          </p:nvPr>
        </p:nvSpPr>
        <p:spPr bwMode="auto"/>
        <p:txBody>
          <a:bodyPr/>
          <a:lstStyle/>
          <a:p>
            <a:pPr>
              <a:defRPr/>
            </a:pPr>
            <a:r>
              <a:rPr lang="pt-BR"/>
              <a:t>Outro exemplo</a:t>
            </a:r>
            <a:endParaRPr/>
          </a:p>
        </p:txBody>
      </p:sp>
      <p:pic>
        <p:nvPicPr>
          <p:cNvPr id="1006168694" name="image14.jpeg"/>
          <p:cNvPicPr>
            <a:picLocks noChangeAspect="1" noGrp="1"/>
          </p:cNvPicPr>
          <p:nvPr>
            <p:ph idx="1"/>
          </p:nvPr>
        </p:nvPicPr>
        <p:blipFill rotWithShape="1">
          <a:blip r:embed="rId3"/>
          <a:stretch/>
        </p:blipFill>
        <p:spPr bwMode="auto">
          <a:xfrm>
            <a:off x="2250831" y="2236764"/>
            <a:ext cx="7484012" cy="344658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37762382" name="Título 1"/>
          <p:cNvSpPr>
            <a:spLocks noGrp="1"/>
          </p:cNvSpPr>
          <p:nvPr>
            <p:ph type="title"/>
          </p:nvPr>
        </p:nvSpPr>
        <p:spPr bwMode="auto">
          <a:xfrm>
            <a:off x="838199" y="2766218"/>
            <a:ext cx="10515600" cy="1325562"/>
          </a:xfrm>
        </p:spPr>
        <p:txBody>
          <a:bodyPr/>
          <a:lstStyle/>
          <a:p>
            <a:pPr>
              <a:defRPr/>
            </a:pPr>
            <a:r>
              <a:rPr lang="pt-BR"/>
              <a:t>                  RELACIONAMENTOS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19304626" name="Título 1"/>
          <p:cNvSpPr>
            <a:spLocks noGrp="1"/>
          </p:cNvSpPr>
          <p:nvPr>
            <p:ph type="title"/>
          </p:nvPr>
        </p:nvSpPr>
        <p:spPr bwMode="auto"/>
        <p:txBody>
          <a:bodyPr/>
          <a:lstStyle/>
          <a:p>
            <a:pPr>
              <a:defRPr/>
            </a:pPr>
            <a:r>
              <a:rPr lang="pt-BR"/>
              <a:t>Relacionamentos</a:t>
            </a:r>
            <a:endParaRPr/>
          </a:p>
        </p:txBody>
      </p:sp>
      <p:sp>
        <p:nvSpPr>
          <p:cNvPr id="291299962" name="Espaço Reservado para Conteúdo 2"/>
          <p:cNvSpPr>
            <a:spLocks noGrp="1"/>
          </p:cNvSpPr>
          <p:nvPr>
            <p:ph idx="1"/>
          </p:nvPr>
        </p:nvSpPr>
        <p:spPr bwMode="auto"/>
        <p:txBody>
          <a:bodyPr/>
          <a:lstStyle/>
          <a:p>
            <a:pPr>
              <a:defRPr/>
            </a:pPr>
            <a:r>
              <a:rPr lang="pt-BR" b="1">
                <a:solidFill>
                  <a:srgbClr val="FF0000"/>
                </a:solidFill>
              </a:rPr>
              <a:t>São associações entre uma ou várias entidades. </a:t>
            </a:r>
            <a:endParaRPr/>
          </a:p>
          <a:p>
            <a:pPr>
              <a:defRPr/>
            </a:pPr>
            <a:r>
              <a:rPr lang="pt-BR"/>
              <a:t>Em outras palavras, são funções que  mapeiam um conjunto de </a:t>
            </a:r>
            <a:r>
              <a:rPr lang="pt-BR" b="1">
                <a:solidFill>
                  <a:srgbClr val="FF0000"/>
                </a:solidFill>
              </a:rPr>
              <a:t>instâncias</a:t>
            </a:r>
            <a:r>
              <a:rPr lang="pt-BR"/>
              <a:t> de uma entidade em outro conjunto de </a:t>
            </a:r>
            <a:r>
              <a:rPr lang="pt-BR" b="1">
                <a:solidFill>
                  <a:srgbClr val="FF0000"/>
                </a:solidFill>
              </a:rPr>
              <a:t>instâncias</a:t>
            </a:r>
            <a:r>
              <a:rPr lang="pt-BR"/>
              <a:t> de outra entidade (ou da mesma entidade, como é o caso do “</a:t>
            </a:r>
            <a:r>
              <a:rPr lang="pt-BR"/>
              <a:t>autorrelacionamento</a:t>
            </a:r>
            <a:r>
              <a:rPr lang="pt-BR"/>
              <a: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10569581" name="Título 1"/>
          <p:cNvSpPr>
            <a:spLocks noGrp="1"/>
          </p:cNvSpPr>
          <p:nvPr>
            <p:ph type="title"/>
          </p:nvPr>
        </p:nvSpPr>
        <p:spPr bwMode="auto"/>
        <p:txBody>
          <a:bodyPr/>
          <a:lstStyle/>
          <a:p>
            <a:pPr>
              <a:defRPr/>
            </a:pPr>
            <a:r>
              <a:rPr lang="pt-BR"/>
              <a:t>Relacionamentos</a:t>
            </a:r>
            <a:endParaRPr/>
          </a:p>
        </p:txBody>
      </p:sp>
      <p:pic>
        <p:nvPicPr>
          <p:cNvPr id="1716321338" name="Espaço Reservado para Conteúdo 3"/>
          <p:cNvPicPr>
            <a:picLocks noChangeAspect="1" noGrp="1"/>
          </p:cNvPicPr>
          <p:nvPr>
            <p:ph idx="1"/>
          </p:nvPr>
        </p:nvPicPr>
        <p:blipFill rotWithShape="1">
          <a:blip r:embed="rId3"/>
          <a:stretch/>
        </p:blipFill>
        <p:spPr bwMode="auto">
          <a:xfrm>
            <a:off x="4642032" y="2452087"/>
            <a:ext cx="2907936" cy="3098413"/>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16071681" name="Título 1"/>
          <p:cNvSpPr>
            <a:spLocks noGrp="1"/>
          </p:cNvSpPr>
          <p:nvPr>
            <p:ph type="title"/>
          </p:nvPr>
        </p:nvSpPr>
        <p:spPr bwMode="auto"/>
        <p:txBody>
          <a:bodyPr/>
          <a:lstStyle/>
          <a:p>
            <a:pPr>
              <a:defRPr/>
            </a:pPr>
            <a:r>
              <a:rPr lang="pt-BR"/>
              <a:t>EXEMPLO 2</a:t>
            </a:r>
            <a:endParaRPr/>
          </a:p>
        </p:txBody>
      </p:sp>
      <p:pic>
        <p:nvPicPr>
          <p:cNvPr id="1593033283" name="image16.jpeg"/>
          <p:cNvPicPr>
            <a:picLocks noChangeAspect="1" noGrp="1"/>
          </p:cNvPicPr>
          <p:nvPr>
            <p:ph idx="1"/>
          </p:nvPr>
        </p:nvPicPr>
        <p:blipFill rotWithShape="1">
          <a:blip r:embed="rId3"/>
          <a:stretch/>
        </p:blipFill>
        <p:spPr bwMode="auto">
          <a:xfrm>
            <a:off x="4562475" y="1392901"/>
            <a:ext cx="5552196" cy="3603755"/>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02086642" name="Título 1"/>
          <p:cNvSpPr>
            <a:spLocks noGrp="1"/>
          </p:cNvSpPr>
          <p:nvPr>
            <p:ph type="title"/>
          </p:nvPr>
        </p:nvSpPr>
        <p:spPr bwMode="auto"/>
        <p:txBody>
          <a:bodyPr/>
          <a:lstStyle/>
          <a:p>
            <a:pPr>
              <a:defRPr/>
            </a:pPr>
            <a:r>
              <a:rPr lang="pt-BR"/>
              <a:t>Cardinalidade do Relacionamento</a:t>
            </a:r>
            <a:endParaRPr/>
          </a:p>
        </p:txBody>
      </p:sp>
      <p:sp>
        <p:nvSpPr>
          <p:cNvPr id="182388448" name="Espaço Reservado para Conteúdo 2"/>
          <p:cNvSpPr>
            <a:spLocks noGrp="1"/>
          </p:cNvSpPr>
          <p:nvPr>
            <p:ph idx="1"/>
          </p:nvPr>
        </p:nvSpPr>
        <p:spPr bwMode="auto"/>
        <p:txBody>
          <a:bodyPr/>
          <a:lstStyle/>
          <a:p>
            <a:pPr>
              <a:defRPr/>
            </a:pPr>
            <a:r>
              <a:rPr lang="pt-BR"/>
              <a:t>A cardinalidade caracteriza o número mínimo e máximo de instâncias de cada entidade que podem estar associadas através do relacionamento.</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44278724" name="Título 1"/>
          <p:cNvSpPr>
            <a:spLocks noGrp="1"/>
          </p:cNvSpPr>
          <p:nvPr>
            <p:ph type="title"/>
          </p:nvPr>
        </p:nvSpPr>
        <p:spPr bwMode="auto"/>
        <p:txBody>
          <a:bodyPr/>
          <a:lstStyle/>
          <a:p>
            <a:pPr>
              <a:defRPr/>
            </a:pPr>
            <a:r>
              <a:rPr lang="pt-BR"/>
              <a:t>Cardinalidade do Relacionamento</a:t>
            </a:r>
            <a:endParaRPr/>
          </a:p>
        </p:txBody>
      </p:sp>
      <p:sp>
        <p:nvSpPr>
          <p:cNvPr id="1117993310" name="Espaço Reservado para Conteúdo 2"/>
          <p:cNvSpPr>
            <a:spLocks noGrp="1"/>
          </p:cNvSpPr>
          <p:nvPr>
            <p:ph idx="1"/>
          </p:nvPr>
        </p:nvSpPr>
        <p:spPr bwMode="auto"/>
        <p:txBody>
          <a:bodyPr>
            <a:normAutofit/>
          </a:bodyPr>
          <a:lstStyle/>
          <a:p>
            <a:pPr>
              <a:defRPr/>
            </a:pPr>
            <a:r>
              <a:rPr lang="pt-BR"/>
              <a:t>Um para um (1:1): Uma entidade de A está associada, no máximo, a uma entidade de B, e uma entidade de B está associada a, no máximo, uma entidade de A. </a:t>
            </a:r>
            <a:endParaRPr/>
          </a:p>
          <a:p>
            <a:pPr>
              <a:defRPr/>
            </a:pPr>
            <a:r>
              <a:rPr lang="pt-BR"/>
              <a:t>Por exemplo, “Pessoa recebe Certidão de Óbito”. Cada pessoa só pode receber uma única certidão de óbito (só se morre uma vez, não é?) e uma certidão de óbito só deve pertencer a uma única pessoa. </a:t>
            </a:r>
            <a:endParaRPr/>
          </a:p>
          <a:p>
            <a:pPr>
              <a:defRPr/>
            </a:pPr>
            <a:r>
              <a:rPr lang="pt-BR"/>
              <a:t>Logo, esse relacionamento é dito um para um.</a:t>
            </a:r>
            <a:endParaRPr/>
          </a:p>
          <a:p>
            <a:pPr>
              <a:defRPr/>
            </a:pPr>
            <a:endParaRPr lang="pt-BR"/>
          </a:p>
        </p:txBody>
      </p:sp>
      <p:pic>
        <p:nvPicPr>
          <p:cNvPr id="1089437570" name="Image 45"/>
          <p:cNvPicPr/>
          <p:nvPr/>
        </p:nvPicPr>
        <p:blipFill rotWithShape="1">
          <a:blip r:embed="rId3"/>
          <a:stretch/>
        </p:blipFill>
        <p:spPr bwMode="auto">
          <a:xfrm>
            <a:off x="4319200" y="5088528"/>
            <a:ext cx="3385820" cy="69088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19506962" name="Título 1"/>
          <p:cNvSpPr>
            <a:spLocks noGrp="1"/>
          </p:cNvSpPr>
          <p:nvPr>
            <p:ph type="title"/>
          </p:nvPr>
        </p:nvSpPr>
        <p:spPr bwMode="auto">
          <a:xfrm>
            <a:off x="838200" y="365126"/>
            <a:ext cx="10515600" cy="512330"/>
          </a:xfrm>
        </p:spPr>
        <p:txBody>
          <a:bodyPr>
            <a:normAutofit fontScale="90000"/>
          </a:bodyPr>
          <a:lstStyle/>
          <a:p>
            <a:pPr>
              <a:defRPr/>
            </a:pPr>
            <a:r>
              <a:rPr lang="pt-BR"/>
              <a:t>Cardinalidade do Relacionamento</a:t>
            </a:r>
            <a:endParaRPr/>
          </a:p>
        </p:txBody>
      </p:sp>
      <p:sp>
        <p:nvSpPr>
          <p:cNvPr id="922052000" name="Espaço Reservado para Conteúdo 2"/>
          <p:cNvSpPr>
            <a:spLocks noGrp="1"/>
          </p:cNvSpPr>
          <p:nvPr>
            <p:ph idx="1"/>
          </p:nvPr>
        </p:nvSpPr>
        <p:spPr bwMode="auto">
          <a:xfrm>
            <a:off x="921326" y="1179080"/>
            <a:ext cx="10515600" cy="5313794"/>
          </a:xfrm>
        </p:spPr>
        <p:txBody>
          <a:bodyPr>
            <a:normAutofit/>
          </a:bodyPr>
          <a:lstStyle/>
          <a:p>
            <a:pPr>
              <a:defRPr/>
            </a:pPr>
            <a:r>
              <a:rPr lang="pt-BR"/>
              <a:t> Um para muitos (1:N): Uma entidade em A está associada a várias entidades em B. Uma entidade em B, entretanto, deve estar associada a, no máximo, uma entidade em A. É como se cada instância da entidade A encontrasse zero ou mais instâncias correspondentes na entidade B, porém, cada instância da entidade B só encontrasse uma única instância correspondente em A. </a:t>
            </a:r>
            <a:endParaRPr/>
          </a:p>
          <a:p>
            <a:pPr>
              <a:defRPr/>
            </a:pPr>
            <a:r>
              <a:rPr lang="pt-BR"/>
              <a:t>Por exemplo, “Empresa possui Filial”. Cada empresa pode possuir zero ou mais filiais (ou seja, N filiais, porque o N significa 0, 1, 2 ou mais). Mas uma filial só pertence a uma única empresa.</a:t>
            </a:r>
            <a:endParaRPr/>
          </a:p>
          <a:p>
            <a:pPr>
              <a:defRPr/>
            </a:pPr>
            <a:endParaRPr lang="pt-BR"/>
          </a:p>
          <a:p>
            <a:pPr>
              <a:defRPr/>
            </a:pPr>
            <a:endParaRPr lang="pt-BR"/>
          </a:p>
        </p:txBody>
      </p:sp>
      <p:pic>
        <p:nvPicPr>
          <p:cNvPr id="547809199" name="Image 47"/>
          <p:cNvPicPr/>
          <p:nvPr/>
        </p:nvPicPr>
        <p:blipFill rotWithShape="1">
          <a:blip r:embed="rId3"/>
          <a:stretch/>
        </p:blipFill>
        <p:spPr bwMode="auto">
          <a:xfrm>
            <a:off x="4345652" y="5210464"/>
            <a:ext cx="3315970" cy="68580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77685935" name="Título 1"/>
          <p:cNvSpPr>
            <a:spLocks noGrp="1"/>
          </p:cNvSpPr>
          <p:nvPr>
            <p:ph type="title"/>
          </p:nvPr>
        </p:nvSpPr>
        <p:spPr bwMode="auto">
          <a:xfrm>
            <a:off x="838200" y="140998"/>
            <a:ext cx="10515600" cy="540039"/>
          </a:xfrm>
        </p:spPr>
        <p:txBody>
          <a:bodyPr>
            <a:normAutofit fontScale="90000"/>
          </a:bodyPr>
          <a:lstStyle/>
          <a:p>
            <a:pPr>
              <a:defRPr/>
            </a:pPr>
            <a:r>
              <a:rPr lang="pt-BR"/>
              <a:t>Cardinalidade do Relacionamento</a:t>
            </a:r>
            <a:endParaRPr/>
          </a:p>
        </p:txBody>
      </p:sp>
      <p:sp>
        <p:nvSpPr>
          <p:cNvPr id="317097165" name="Espaço Reservado para Conteúdo 2"/>
          <p:cNvSpPr>
            <a:spLocks noGrp="1"/>
          </p:cNvSpPr>
          <p:nvPr>
            <p:ph idx="1"/>
          </p:nvPr>
        </p:nvSpPr>
        <p:spPr bwMode="auto">
          <a:xfrm>
            <a:off x="838200" y="969818"/>
            <a:ext cx="10515600" cy="5207145"/>
          </a:xfrm>
        </p:spPr>
        <p:txBody>
          <a:bodyPr>
            <a:normAutofit/>
          </a:bodyPr>
          <a:lstStyle/>
          <a:p>
            <a:pPr>
              <a:defRPr/>
            </a:pPr>
            <a:r>
              <a:rPr lang="pt-BR"/>
              <a:t> Muitos para um: é o contrário da anterior. Aqui, uma entidade em A está associada a, no máximo, uma entidade em B. E uma entidade em B pode estar associada a zero, uma ou mais entidades (N entidades) em A. É como se cada instância da entidade A encontrasse apenas uma instância correspondente na entidade B. Mas, cada instância da entidade B encontrasse zero ou mais instâncias correspondentes na entidade A.</a:t>
            </a:r>
            <a:endParaRPr/>
          </a:p>
          <a:p>
            <a:pPr>
              <a:defRPr/>
            </a:pPr>
            <a:r>
              <a:rPr lang="pt-BR"/>
              <a:t> Por exemplo, “Aluno é orientado por Professor”. Um aluno só é orientado por um professor (de repente, é regra da faculdade onde ele estuda), mas um professor pode orientar zero ou mais alunos (N alunos), conforme pode ser visto na figura abaixo.</a:t>
            </a:r>
            <a:endParaRPr/>
          </a:p>
          <a:p>
            <a:pPr>
              <a:defRPr/>
            </a:pPr>
            <a:endParaRPr lang="pt-BR"/>
          </a:p>
          <a:p>
            <a:pPr>
              <a:defRPr/>
            </a:pPr>
            <a:endParaRPr lang="pt-BR"/>
          </a:p>
        </p:txBody>
      </p:sp>
      <p:pic>
        <p:nvPicPr>
          <p:cNvPr id="1428411211" name="Imagem 3"/>
          <p:cNvPicPr>
            <a:picLocks noChangeAspect="1"/>
          </p:cNvPicPr>
          <p:nvPr/>
        </p:nvPicPr>
        <p:blipFill rotWithShape="1">
          <a:blip r:embed="rId3"/>
          <a:stretch/>
        </p:blipFill>
        <p:spPr bwMode="auto">
          <a:xfrm>
            <a:off x="4538337" y="5430398"/>
            <a:ext cx="3115326" cy="65232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59068727" name="Título 1"/>
          <p:cNvSpPr>
            <a:spLocks noGrp="1"/>
          </p:cNvSpPr>
          <p:nvPr>
            <p:ph type="title"/>
          </p:nvPr>
        </p:nvSpPr>
        <p:spPr bwMode="auto">
          <a:xfrm>
            <a:off x="838200" y="365126"/>
            <a:ext cx="10515600" cy="567748"/>
          </a:xfrm>
        </p:spPr>
        <p:txBody>
          <a:bodyPr>
            <a:normAutofit fontScale="90000"/>
          </a:bodyPr>
          <a:lstStyle/>
          <a:p>
            <a:pPr>
              <a:defRPr/>
            </a:pPr>
            <a:r>
              <a:rPr lang="pt-BR"/>
              <a:t>Cardinalidade do Relacionamento</a:t>
            </a:r>
            <a:endParaRPr/>
          </a:p>
        </p:txBody>
      </p:sp>
      <p:sp>
        <p:nvSpPr>
          <p:cNvPr id="1164258069" name="Espaço Reservado para Conteúdo 2"/>
          <p:cNvSpPr>
            <a:spLocks noGrp="1"/>
          </p:cNvSpPr>
          <p:nvPr>
            <p:ph idx="1"/>
          </p:nvPr>
        </p:nvSpPr>
        <p:spPr bwMode="auto">
          <a:xfrm>
            <a:off x="838200" y="1108364"/>
            <a:ext cx="10515600" cy="5068599"/>
          </a:xfrm>
        </p:spPr>
        <p:txBody>
          <a:bodyPr>
            <a:normAutofit fontScale="92500"/>
          </a:bodyPr>
          <a:lstStyle/>
          <a:p>
            <a:pPr>
              <a:defRPr/>
            </a:pPr>
            <a:r>
              <a:rPr lang="pt-BR"/>
              <a:t>Muitos para Muitos (M:N): Uma entidade em A está associada a qualquer número de entidades em B e uma entidade em B está associada a um número qualquer de entidades em A. É como se cada instância da entidade A encontrasse zero, um ou mais instâncias correspondentes na entidade B. E cada instância da entidade B encontrasse zero, uma ou mais instâncias correspondentes na entidade A.</a:t>
            </a:r>
            <a:endParaRPr/>
          </a:p>
          <a:p>
            <a:pPr>
              <a:defRPr/>
            </a:pPr>
            <a:r>
              <a:rPr lang="pt-BR"/>
              <a:t> Por exemplo, “Aluno cursa Disciplina”, um aluno cursa zero, uma ou mais disciplinas e uma disciplina é cursada por zero, um ou mais alunos. </a:t>
            </a:r>
            <a:endParaRPr/>
          </a:p>
          <a:p>
            <a:pPr>
              <a:defRPr/>
            </a:pPr>
            <a:r>
              <a:rPr lang="pt-BR"/>
              <a:t>Outro exemplo é “Médico consulta Paciente”. Um médico consulta zero, um ou mais Pacientes. E um Paciente é consultado por zero, um ou mais médicos (por exemplo, a pessoa pode ter ido a um endocrinologista e em um cardiologista). </a:t>
            </a:r>
            <a:endParaRPr/>
          </a:p>
          <a:p>
            <a:pPr>
              <a:defRPr/>
            </a:pPr>
            <a:endParaRPr lang="pt-BR"/>
          </a:p>
        </p:txBody>
      </p:sp>
      <p:pic>
        <p:nvPicPr>
          <p:cNvPr id="127276077" name="Image 51"/>
          <p:cNvPicPr/>
          <p:nvPr/>
        </p:nvPicPr>
        <p:blipFill rotWithShape="1">
          <a:blip r:embed="rId3"/>
          <a:stretch/>
        </p:blipFill>
        <p:spPr bwMode="auto">
          <a:xfrm>
            <a:off x="4671377" y="5577927"/>
            <a:ext cx="2849245" cy="525145"/>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9432719" name="Título 1"/>
          <p:cNvSpPr>
            <a:spLocks noGrp="1"/>
          </p:cNvSpPr>
          <p:nvPr>
            <p:ph type="title"/>
          </p:nvPr>
        </p:nvSpPr>
        <p:spPr bwMode="auto"/>
        <p:txBody>
          <a:bodyPr/>
          <a:lstStyle/>
          <a:p>
            <a:pPr>
              <a:defRPr/>
            </a:pPr>
            <a:r>
              <a:rPr lang="pt-BR"/>
              <a:t>Ferramentas para Modelagem de Dados</a:t>
            </a:r>
            <a:endParaRPr/>
          </a:p>
        </p:txBody>
      </p:sp>
      <p:sp>
        <p:nvSpPr>
          <p:cNvPr id="791884423" name="Espaço Reservado para Conteúdo 2"/>
          <p:cNvSpPr>
            <a:spLocks noGrp="1"/>
          </p:cNvSpPr>
          <p:nvPr>
            <p:ph idx="1"/>
          </p:nvPr>
        </p:nvSpPr>
        <p:spPr bwMode="auto"/>
        <p:txBody>
          <a:bodyPr/>
          <a:lstStyle/>
          <a:p>
            <a:pPr>
              <a:defRPr/>
            </a:pPr>
            <a:r>
              <a:rPr lang="pt-BR"/>
              <a:t>BR-MODELO</a:t>
            </a:r>
            <a:endParaRPr/>
          </a:p>
          <a:p>
            <a:pPr>
              <a:defRPr/>
            </a:pPr>
            <a:r>
              <a:rPr lang="pt-BR"/>
              <a:t>DBDesigner</a:t>
            </a:r>
            <a:endParaRPr lang="pt-BR"/>
          </a:p>
          <a:p>
            <a:pPr>
              <a:defRPr/>
            </a:pPr>
            <a:r>
              <a:rPr lang="pt-BR"/>
              <a:t>CA Erwin</a:t>
            </a:r>
            <a:endParaRPr/>
          </a:p>
          <a:p>
            <a:pPr>
              <a:defRPr/>
            </a:pPr>
            <a:r>
              <a:rPr lang="pt-BR"/>
              <a:t>Bizage</a:t>
            </a:r>
            <a:endParaRPr lang="pt-BR"/>
          </a:p>
          <a:p>
            <a:pPr>
              <a:defRPr/>
            </a:pPr>
            <a:r>
              <a:rPr lang="pt-BR"/>
              <a:t>........................................ </a:t>
            </a:r>
            <a:endParaRPr/>
          </a:p>
          <a:p>
            <a:pPr>
              <a:defRPr/>
            </a:pPr>
            <a:r>
              <a:rPr lang="pt-BR"/>
              <a:t>Escolha o que </a:t>
            </a:r>
            <a:r>
              <a:rPr lang="pt-BR"/>
              <a:t>vc</a:t>
            </a:r>
            <a:r>
              <a:rPr lang="pt-BR"/>
              <a:t> achar o melhor!</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50862883" name="Título 1"/>
          <p:cNvSpPr>
            <a:spLocks noGrp="1"/>
          </p:cNvSpPr>
          <p:nvPr>
            <p:ph type="title"/>
          </p:nvPr>
        </p:nvSpPr>
        <p:spPr bwMode="auto"/>
        <p:txBody>
          <a:bodyPr/>
          <a:lstStyle/>
          <a:p>
            <a:pPr>
              <a:defRPr/>
            </a:pPr>
            <a:r>
              <a:rPr lang="pt-BR"/>
              <a:t>Notação de Peter Chen</a:t>
            </a:r>
            <a:endParaRPr/>
          </a:p>
        </p:txBody>
      </p:sp>
      <p:sp>
        <p:nvSpPr>
          <p:cNvPr id="1901607906" name="Espaço Reservado para Conteúdo 2"/>
          <p:cNvSpPr>
            <a:spLocks noGrp="1"/>
          </p:cNvSpPr>
          <p:nvPr>
            <p:ph idx="1"/>
          </p:nvPr>
        </p:nvSpPr>
        <p:spPr bwMode="auto"/>
        <p:txBody>
          <a:bodyPr/>
          <a:lstStyle/>
          <a:p>
            <a:pPr>
              <a:defRPr/>
            </a:pPr>
            <a:r>
              <a:rPr lang="pt-BR"/>
              <a:t>A notação de Chen faz uso de dois tipos de cardinalidade: mínima e máxima. Essas cardinalidades são representadas por: (cardinalidade mínima, cardinalidade máxima).</a:t>
            </a:r>
            <a:endParaRPr/>
          </a:p>
          <a:p>
            <a:pPr>
              <a:defRPr/>
            </a:pPr>
            <a:r>
              <a:rPr lang="pt-BR"/>
              <a:t>A cardinalidade mínima expressa o número mínimo de ocorrências de determinada entidade associada a uma ocorrência da entidade em questão através do relacionamento. </a:t>
            </a:r>
            <a:endParaRPr/>
          </a:p>
          <a:p>
            <a:pPr>
              <a:defRPr/>
            </a:pPr>
            <a:r>
              <a:rPr lang="pt-BR"/>
              <a:t>Para fins de projeto define-se a cardinalidade mínima como 1 ou 0, onde :</a:t>
            </a:r>
            <a:endParaRPr/>
          </a:p>
          <a:p>
            <a:pPr>
              <a:defRPr/>
            </a:pPr>
            <a:endParaRPr lang="pt-B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45389556" name="Título 1"/>
          <p:cNvSpPr>
            <a:spLocks noGrp="1"/>
          </p:cNvSpPr>
          <p:nvPr>
            <p:ph type="title"/>
          </p:nvPr>
        </p:nvSpPr>
        <p:spPr bwMode="auto"/>
        <p:txBody>
          <a:bodyPr/>
          <a:lstStyle/>
          <a:p>
            <a:pPr>
              <a:defRPr/>
            </a:pPr>
            <a:r>
              <a:rPr lang="pt-BR"/>
              <a:t>Notação de Peter Chen</a:t>
            </a:r>
            <a:endParaRPr/>
          </a:p>
        </p:txBody>
      </p:sp>
      <p:sp>
        <p:nvSpPr>
          <p:cNvPr id="1256000707" name="Espaço Reservado para Conteúdo 2"/>
          <p:cNvSpPr>
            <a:spLocks noGrp="1"/>
          </p:cNvSpPr>
          <p:nvPr>
            <p:ph idx="1"/>
          </p:nvPr>
        </p:nvSpPr>
        <p:spPr bwMode="auto"/>
        <p:txBody>
          <a:bodyPr/>
          <a:lstStyle/>
          <a:p>
            <a:pPr>
              <a:defRPr/>
            </a:pPr>
            <a:r>
              <a:rPr lang="pt-BR"/>
              <a:t>1 = associação obrigatória (indica que o relacionamento deve obrigatoriamente associar uma ocorrência de entidade a cada ocorrência da outra entidade a qual se relaciona). Também chamada de relacionamento total.</a:t>
            </a:r>
            <a:endParaRPr/>
          </a:p>
          <a:p>
            <a:pPr>
              <a:defRPr/>
            </a:pPr>
            <a:r>
              <a:rPr lang="pt-BR"/>
              <a:t> 0 = associação opcional (indica que o relacionamento não é obrigatório, ou seja, é opcional associar uma ocorrência de entidade a ocorrência da outra entidade a qual se relaciona). Também chamada de relacionamento parcial</a:t>
            </a:r>
            <a:endParaRPr/>
          </a:p>
          <a:p>
            <a:pPr>
              <a:defRPr/>
            </a:pPr>
            <a:endParaRPr lang="pt-B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3025503" name="Título 1"/>
          <p:cNvSpPr>
            <a:spLocks noGrp="1"/>
          </p:cNvSpPr>
          <p:nvPr>
            <p:ph type="title"/>
          </p:nvPr>
        </p:nvSpPr>
        <p:spPr bwMode="auto"/>
        <p:txBody>
          <a:bodyPr/>
          <a:lstStyle/>
          <a:p>
            <a:pPr>
              <a:defRPr/>
            </a:pPr>
            <a:r>
              <a:rPr lang="pt-BR"/>
              <a:t>Notação de Peter Chen </a:t>
            </a:r>
            <a:br>
              <a:rPr lang="pt-BR"/>
            </a:br>
            <a:r>
              <a:rPr lang="pt-BR"/>
              <a:t>Exemplo.</a:t>
            </a:r>
            <a:endParaRPr/>
          </a:p>
        </p:txBody>
      </p:sp>
      <p:sp>
        <p:nvSpPr>
          <p:cNvPr id="1386908904" name="Espaço Reservado para Conteúdo 2"/>
          <p:cNvSpPr>
            <a:spLocks noGrp="1"/>
          </p:cNvSpPr>
          <p:nvPr>
            <p:ph idx="1"/>
          </p:nvPr>
        </p:nvSpPr>
        <p:spPr bwMode="auto"/>
        <p:txBody>
          <a:bodyPr/>
          <a:lstStyle/>
          <a:p>
            <a:pPr>
              <a:defRPr/>
            </a:pPr>
            <a:r>
              <a:rPr lang="pt-BR"/>
              <a:t>“Empregado possui Dependente”. A cardinalidade (0,N) representa que um empregado pode ter 0 ou mais dependentes, sendo 0 (zero) a cardinalidade mínima e N a cardinalidade máxima. Justamente porque essa cardinalidade representa que o empregado pode não ter nenhum dependente, dizemos que a associação é opcional. Já a cardinalidade (1,1) representa que um dependente deve ter no mínimo 1 e no máximo 1 empregado ao qual está filiado. </a:t>
            </a:r>
            <a:endParaRPr/>
          </a:p>
          <a:p>
            <a:pPr>
              <a:defRPr/>
            </a:pPr>
            <a:endParaRPr lang="pt-BR"/>
          </a:p>
        </p:txBody>
      </p:sp>
      <p:pic>
        <p:nvPicPr>
          <p:cNvPr id="1998663318" name="Image 54"/>
          <p:cNvPicPr/>
          <p:nvPr/>
        </p:nvPicPr>
        <p:blipFill rotWithShape="1">
          <a:blip r:embed="rId3"/>
          <a:stretch/>
        </p:blipFill>
        <p:spPr bwMode="auto">
          <a:xfrm>
            <a:off x="4648229" y="4993063"/>
            <a:ext cx="3320415" cy="56642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78712799" name="Título 1"/>
          <p:cNvSpPr>
            <a:spLocks noGrp="1"/>
          </p:cNvSpPr>
          <p:nvPr>
            <p:ph type="title"/>
          </p:nvPr>
        </p:nvSpPr>
        <p:spPr bwMode="auto">
          <a:xfrm>
            <a:off x="838200" y="256069"/>
            <a:ext cx="10515600" cy="424968"/>
          </a:xfrm>
        </p:spPr>
        <p:txBody>
          <a:bodyPr>
            <a:normAutofit fontScale="90000"/>
          </a:bodyPr>
          <a:lstStyle/>
          <a:p>
            <a:pPr>
              <a:defRPr/>
            </a:pPr>
            <a:r>
              <a:rPr lang="pt-BR"/>
              <a:t>Grau de Relacionamento</a:t>
            </a:r>
            <a:endParaRPr/>
          </a:p>
        </p:txBody>
      </p:sp>
      <p:sp>
        <p:nvSpPr>
          <p:cNvPr id="310528706" name="Espaço Reservado para Conteúdo 2"/>
          <p:cNvSpPr>
            <a:spLocks noGrp="1"/>
          </p:cNvSpPr>
          <p:nvPr>
            <p:ph idx="1"/>
          </p:nvPr>
        </p:nvSpPr>
        <p:spPr bwMode="auto">
          <a:xfrm>
            <a:off x="838200" y="847288"/>
            <a:ext cx="10515600" cy="5593269"/>
          </a:xfrm>
        </p:spPr>
        <p:txBody>
          <a:bodyPr>
            <a:normAutofit/>
          </a:bodyPr>
          <a:lstStyle/>
          <a:p>
            <a:pPr>
              <a:defRPr/>
            </a:pPr>
            <a:r>
              <a:rPr lang="pt-BR" sz="2000"/>
              <a:t>O grau de um relacionamento indica o número de entidades participantes do mesmo. Assim, o relacionamento TRABALHA da Figura seguinte é de grau dois, ou seja, o relacionamento está ligado a duas entidades. </a:t>
            </a:r>
            <a:endParaRPr/>
          </a:p>
          <a:p>
            <a:pPr>
              <a:defRPr/>
            </a:pPr>
            <a:endParaRPr lang="pt-BR" sz="2000"/>
          </a:p>
          <a:p>
            <a:pPr>
              <a:defRPr/>
            </a:pPr>
            <a:endParaRPr lang="pt-BR" sz="2000"/>
          </a:p>
          <a:p>
            <a:pPr>
              <a:defRPr/>
            </a:pPr>
            <a:endParaRPr lang="pt-BR" sz="2000"/>
          </a:p>
          <a:p>
            <a:pPr>
              <a:defRPr/>
            </a:pPr>
            <a:endParaRPr lang="pt-BR" sz="2000"/>
          </a:p>
          <a:p>
            <a:pPr>
              <a:defRPr/>
            </a:pPr>
            <a:r>
              <a:rPr lang="pt-BR" sz="2000"/>
              <a:t>Um relacionamento de grau dois é chamado binário. </a:t>
            </a:r>
            <a:endParaRPr/>
          </a:p>
          <a:p>
            <a:pPr>
              <a:defRPr/>
            </a:pPr>
            <a:r>
              <a:rPr lang="pt-BR" sz="2000"/>
              <a:t>Um relacionamento entre três entidades é dito de grau três ou relacionamento ternário. Um exemplo desse tipo de relacionamento é o relacionamento TRABALHA da Figura seguinte. Cada instância de relacionamento T associa três entidades – um empregado E, um projeto P e um cliente C - onde o empregado E trabalha no projeto P para o cliente C.</a:t>
            </a:r>
            <a:endParaRPr/>
          </a:p>
          <a:p>
            <a:pPr>
              <a:defRPr/>
            </a:pPr>
            <a:endParaRPr lang="pt-BR" sz="2000"/>
          </a:p>
        </p:txBody>
      </p:sp>
      <p:pic>
        <p:nvPicPr>
          <p:cNvPr id="1705500518" name="Image 53"/>
          <p:cNvPicPr/>
          <p:nvPr/>
        </p:nvPicPr>
        <p:blipFill rotWithShape="1">
          <a:blip r:embed="rId3"/>
          <a:stretch/>
        </p:blipFill>
        <p:spPr bwMode="auto">
          <a:xfrm>
            <a:off x="4161155" y="1412943"/>
            <a:ext cx="3869690" cy="1673225"/>
          </a:xfrm>
          <a:prstGeom prst="rect">
            <a:avLst/>
          </a:prstGeom>
        </p:spPr>
      </p:pic>
      <p:pic>
        <p:nvPicPr>
          <p:cNvPr id="133396484" name="Image 55"/>
          <p:cNvPicPr/>
          <p:nvPr/>
        </p:nvPicPr>
        <p:blipFill rotWithShape="1">
          <a:blip r:embed="rId4"/>
          <a:stretch/>
        </p:blipFill>
        <p:spPr bwMode="auto">
          <a:xfrm>
            <a:off x="4277677" y="5036656"/>
            <a:ext cx="3636645" cy="1565275"/>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89152430" name="Título 1"/>
          <p:cNvSpPr>
            <a:spLocks noGrp="1"/>
          </p:cNvSpPr>
          <p:nvPr>
            <p:ph type="title"/>
          </p:nvPr>
        </p:nvSpPr>
        <p:spPr bwMode="auto"/>
        <p:txBody>
          <a:bodyPr/>
          <a:lstStyle/>
          <a:p>
            <a:pPr>
              <a:defRPr/>
            </a:pPr>
            <a:r>
              <a:rPr lang="pt-BR"/>
              <a:t>Autorrelacionamentos</a:t>
            </a:r>
            <a:endParaRPr lang="pt-BR"/>
          </a:p>
        </p:txBody>
      </p:sp>
      <p:sp>
        <p:nvSpPr>
          <p:cNvPr id="789087733" name="Espaço Reservado para Conteúdo 2"/>
          <p:cNvSpPr>
            <a:spLocks noGrp="1"/>
          </p:cNvSpPr>
          <p:nvPr>
            <p:ph idx="1"/>
          </p:nvPr>
        </p:nvSpPr>
        <p:spPr bwMode="auto"/>
        <p:txBody>
          <a:bodyPr/>
          <a:lstStyle/>
          <a:p>
            <a:pPr>
              <a:defRPr/>
            </a:pPr>
            <a:r>
              <a:rPr lang="pt-BR"/>
              <a:t>Um relacionamento não associa apenas entidades diferentes. Às vezes, é necessário relacionar instâncias de uma mesma entidade, ou seja, relacionar a entidade com ela mesma. Isso é chamado </a:t>
            </a:r>
            <a:r>
              <a:rPr lang="pt-BR"/>
              <a:t>autorrelacionamento</a:t>
            </a:r>
            <a:r>
              <a:rPr lang="pt-BR"/>
              <a:t> ou relacionamento recursivo. </a:t>
            </a:r>
            <a:r>
              <a:rPr lang="pt-BR" b="1">
                <a:solidFill>
                  <a:srgbClr val="FF0000"/>
                </a:solidFill>
              </a:rPr>
              <a:t>O supervisor também é um empregado, logo ele supervisiona a ele mesmo.</a:t>
            </a:r>
            <a:endParaRPr/>
          </a:p>
          <a:p>
            <a:pPr>
              <a:defRPr/>
            </a:pPr>
            <a:endParaRPr lang="pt-BR"/>
          </a:p>
        </p:txBody>
      </p:sp>
      <p:pic>
        <p:nvPicPr>
          <p:cNvPr id="1631525854" name="Image 57"/>
          <p:cNvPicPr/>
          <p:nvPr/>
        </p:nvPicPr>
        <p:blipFill rotWithShape="1">
          <a:blip r:embed="rId3"/>
          <a:stretch/>
        </p:blipFill>
        <p:spPr bwMode="auto">
          <a:xfrm>
            <a:off x="4340225" y="4280452"/>
            <a:ext cx="3511550" cy="1391478"/>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2271052" name="Título 1"/>
          <p:cNvSpPr>
            <a:spLocks noGrp="1"/>
          </p:cNvSpPr>
          <p:nvPr>
            <p:ph type="title"/>
          </p:nvPr>
        </p:nvSpPr>
        <p:spPr bwMode="auto">
          <a:xfrm>
            <a:off x="838200" y="365125"/>
            <a:ext cx="10515600" cy="536023"/>
          </a:xfrm>
        </p:spPr>
        <p:txBody>
          <a:bodyPr>
            <a:normAutofit fontScale="90000"/>
          </a:bodyPr>
          <a:lstStyle/>
          <a:p>
            <a:pPr>
              <a:defRPr/>
            </a:pPr>
            <a:r>
              <a:rPr lang="pt-BR"/>
              <a:t>Relacionamentos com Atributos</a:t>
            </a:r>
            <a:endParaRPr/>
          </a:p>
        </p:txBody>
      </p:sp>
      <p:sp>
        <p:nvSpPr>
          <p:cNvPr id="1052398061" name="Espaço Reservado para Conteúdo 2"/>
          <p:cNvSpPr>
            <a:spLocks noGrp="1"/>
          </p:cNvSpPr>
          <p:nvPr>
            <p:ph idx="1"/>
          </p:nvPr>
        </p:nvSpPr>
        <p:spPr bwMode="auto">
          <a:xfrm>
            <a:off x="838200" y="1073426"/>
            <a:ext cx="10515600" cy="5261113"/>
          </a:xfrm>
        </p:spPr>
        <p:txBody>
          <a:bodyPr/>
          <a:lstStyle/>
          <a:p>
            <a:pPr>
              <a:defRPr/>
            </a:pPr>
            <a:r>
              <a:rPr lang="pt-BR"/>
              <a:t>Assim como entidades possuem atributos, relacionamentos também podem possuir atributos. A Figura seguinte  mostra um DER no qual o relacionamento ATUA possui um atributo chamado função. Esse atributo função vai representar a função/papel que um empregado exerce dentro de um projeto.</a:t>
            </a:r>
            <a:endParaRPr/>
          </a:p>
          <a:p>
            <a:pPr>
              <a:defRPr/>
            </a:pPr>
            <a:endParaRPr lang="pt-BR"/>
          </a:p>
        </p:txBody>
      </p:sp>
      <p:pic>
        <p:nvPicPr>
          <p:cNvPr id="737829647" name="Image 61"/>
          <p:cNvPicPr/>
          <p:nvPr/>
        </p:nvPicPr>
        <p:blipFill rotWithShape="1">
          <a:blip r:embed="rId3"/>
          <a:stretch/>
        </p:blipFill>
        <p:spPr bwMode="auto">
          <a:xfrm>
            <a:off x="2729948" y="3429000"/>
            <a:ext cx="6745356" cy="2747963"/>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09664452" name="Título 1"/>
          <p:cNvSpPr>
            <a:spLocks noGrp="1"/>
          </p:cNvSpPr>
          <p:nvPr>
            <p:ph type="title"/>
          </p:nvPr>
        </p:nvSpPr>
        <p:spPr bwMode="auto">
          <a:xfrm>
            <a:off x="838200" y="171519"/>
            <a:ext cx="10515600" cy="509518"/>
          </a:xfrm>
        </p:spPr>
        <p:txBody>
          <a:bodyPr>
            <a:normAutofit fontScale="90000"/>
          </a:bodyPr>
          <a:lstStyle/>
          <a:p>
            <a:pPr>
              <a:defRPr/>
            </a:pPr>
            <a:r>
              <a:rPr lang="pt-BR"/>
              <a:t>Relacionamento Identificador</a:t>
            </a:r>
            <a:endParaRPr/>
          </a:p>
        </p:txBody>
      </p:sp>
      <p:sp>
        <p:nvSpPr>
          <p:cNvPr id="1397703108" name="Espaço Reservado para Conteúdo 2"/>
          <p:cNvSpPr>
            <a:spLocks noGrp="1"/>
          </p:cNvSpPr>
          <p:nvPr>
            <p:ph idx="1"/>
          </p:nvPr>
        </p:nvSpPr>
        <p:spPr bwMode="auto">
          <a:xfrm>
            <a:off x="838200" y="1046922"/>
            <a:ext cx="10515600" cy="5130041"/>
          </a:xfrm>
        </p:spPr>
        <p:txBody>
          <a:bodyPr>
            <a:normAutofit fontScale="92500"/>
          </a:bodyPr>
          <a:lstStyle/>
          <a:p>
            <a:pPr>
              <a:defRPr/>
            </a:pPr>
            <a:r>
              <a:rPr lang="pt-BR"/>
              <a:t>Há casos em que o identificador de uma entidade é composto não somente por atributos da própria entidade, mas, também, por relacionamentos dos quais a entidade participa (relacionamento identificador). </a:t>
            </a:r>
            <a:endParaRPr/>
          </a:p>
          <a:p>
            <a:pPr>
              <a:defRPr/>
            </a:pPr>
            <a:r>
              <a:rPr lang="pt-BR"/>
              <a:t>Um exemplo deste caso é mostrado na Figura seguinte. Na figura, o cliente possui dependente. Cada dependente está relacionado a exatamente um cliente. Um dependente é identificado pelo CPF do cliente ao qual ele está relacionado e por um número sequencial que o distingue dos diferentes dependentes que um mesmo cliente possa ter. </a:t>
            </a:r>
            <a:endParaRPr/>
          </a:p>
          <a:p>
            <a:pPr>
              <a:defRPr/>
            </a:pPr>
            <a:r>
              <a:rPr lang="pt-BR"/>
              <a:t>Veja que, na Figura seguinte, o relacionamento usado como identificador é indicado por um losango com linhas duplas e a entidade que é dependente de outra (entidade fraca) também é representada com linhas duplas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364878888" name="Espaço Reservado para Conteúdo 3"/>
          <p:cNvPicPr>
            <a:picLocks noChangeAspect="1" noGrp="1"/>
          </p:cNvPicPr>
          <p:nvPr>
            <p:ph idx="1"/>
          </p:nvPr>
        </p:nvPicPr>
        <p:blipFill rotWithShape="1">
          <a:blip r:embed="rId3"/>
          <a:stretch/>
        </p:blipFill>
        <p:spPr bwMode="auto">
          <a:xfrm>
            <a:off x="954158" y="1007165"/>
            <a:ext cx="10399642" cy="5128592"/>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30911035" name="Título 1"/>
          <p:cNvSpPr>
            <a:spLocks noGrp="1"/>
          </p:cNvSpPr>
          <p:nvPr>
            <p:ph type="title"/>
          </p:nvPr>
        </p:nvSpPr>
        <p:spPr bwMode="auto">
          <a:xfrm>
            <a:off x="838200" y="105258"/>
            <a:ext cx="10515600" cy="575779"/>
          </a:xfrm>
        </p:spPr>
        <p:txBody>
          <a:bodyPr>
            <a:normAutofit fontScale="90000"/>
          </a:bodyPr>
          <a:lstStyle/>
          <a:p>
            <a:pPr>
              <a:defRPr/>
            </a:pPr>
            <a:r>
              <a:rPr lang="pt-BR"/>
              <a:t>Especialização/Agregação</a:t>
            </a:r>
            <a:endParaRPr/>
          </a:p>
        </p:txBody>
      </p:sp>
      <p:sp>
        <p:nvSpPr>
          <p:cNvPr id="583838082" name="Espaço Reservado para Conteúdo 2"/>
          <p:cNvSpPr>
            <a:spLocks noGrp="1"/>
          </p:cNvSpPr>
          <p:nvPr>
            <p:ph idx="1"/>
          </p:nvPr>
        </p:nvSpPr>
        <p:spPr bwMode="auto">
          <a:xfrm>
            <a:off x="838200" y="901148"/>
            <a:ext cx="10515600" cy="5275815"/>
          </a:xfrm>
        </p:spPr>
        <p:txBody>
          <a:bodyPr/>
          <a:lstStyle/>
          <a:p>
            <a:pPr>
              <a:defRPr/>
            </a:pPr>
            <a:r>
              <a:rPr lang="pt-BR"/>
              <a:t>Um conjunto de entidades pode conter subgrupos de entidades que são, de alguma forma, diferentes de outras entidades do conjunto. Esta diferença pode estar caracterizada por um subgrupo possuir atributos que não são compartilhados pelas demais entidades do conjunto. </a:t>
            </a:r>
            <a:endParaRPr/>
          </a:p>
          <a:p>
            <a:pPr>
              <a:defRPr/>
            </a:pPr>
            <a:r>
              <a:rPr lang="pt-BR"/>
              <a:t>A especialização permite atribuir propriedades particulares a um subconjunto de entidades especializadas através da herança de propriedades (atributos) de uma entidade mais genérica.</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98970588" name="Título 1"/>
          <p:cNvSpPr>
            <a:spLocks noGrp="1"/>
          </p:cNvSpPr>
          <p:nvPr>
            <p:ph type="title"/>
          </p:nvPr>
        </p:nvSpPr>
        <p:spPr bwMode="auto">
          <a:xfrm>
            <a:off x="838200" y="232604"/>
            <a:ext cx="10515600" cy="615536"/>
          </a:xfrm>
        </p:spPr>
        <p:txBody>
          <a:bodyPr>
            <a:normAutofit fontScale="90000"/>
          </a:bodyPr>
          <a:lstStyle/>
          <a:p>
            <a:pPr>
              <a:defRPr/>
            </a:pPr>
            <a:r>
              <a:rPr lang="pt-BR"/>
              <a:t>Exemplo</a:t>
            </a:r>
            <a:endParaRPr/>
          </a:p>
        </p:txBody>
      </p:sp>
      <p:sp>
        <p:nvSpPr>
          <p:cNvPr id="13595497" name="Espaço Reservado para Conteúdo 5"/>
          <p:cNvSpPr>
            <a:spLocks noGrp="1"/>
          </p:cNvSpPr>
          <p:nvPr>
            <p:ph idx="1"/>
          </p:nvPr>
        </p:nvSpPr>
        <p:spPr bwMode="auto">
          <a:xfrm>
            <a:off x="838200" y="1126435"/>
            <a:ext cx="10515600" cy="5050528"/>
          </a:xfrm>
        </p:spPr>
        <p:txBody>
          <a:bodyPr/>
          <a:lstStyle/>
          <a:p>
            <a:pPr>
              <a:defRPr/>
            </a:pPr>
            <a:r>
              <a:rPr lang="pt-BR"/>
              <a:t>P.FISICA e P.JURIDICA irão ter todos os atributos que a entidade CLIENTE possuir, mas podem ter atributos adicionais, diferentes entre elas. </a:t>
            </a:r>
            <a:r>
              <a:rPr lang="pt-BR" b="1">
                <a:solidFill>
                  <a:srgbClr val="FF0000"/>
                </a:solidFill>
              </a:rPr>
              <a:t>Triangulo</a:t>
            </a:r>
            <a:endParaRPr/>
          </a:p>
          <a:p>
            <a:pPr>
              <a:defRPr/>
            </a:pPr>
            <a:endParaRPr lang="pt-BR"/>
          </a:p>
          <a:p>
            <a:pPr>
              <a:defRPr/>
            </a:pPr>
            <a:endParaRPr lang="pt-BR"/>
          </a:p>
        </p:txBody>
      </p:sp>
      <p:pic>
        <p:nvPicPr>
          <p:cNvPr id="1037521014" name="Image 80"/>
          <p:cNvPicPr/>
          <p:nvPr/>
        </p:nvPicPr>
        <p:blipFill rotWithShape="1">
          <a:blip r:embed="rId3"/>
          <a:stretch/>
        </p:blipFill>
        <p:spPr bwMode="auto">
          <a:xfrm>
            <a:off x="3034748" y="2544417"/>
            <a:ext cx="7540487" cy="363254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45498571" name="Título 1"/>
          <p:cNvSpPr>
            <a:spLocks noGrp="1"/>
          </p:cNvSpPr>
          <p:nvPr>
            <p:ph type="title"/>
          </p:nvPr>
        </p:nvSpPr>
        <p:spPr bwMode="auto">
          <a:xfrm>
            <a:off x="838200" y="198783"/>
            <a:ext cx="10515600" cy="482255"/>
          </a:xfrm>
        </p:spPr>
        <p:txBody>
          <a:bodyPr>
            <a:normAutofit fontScale="90000"/>
          </a:bodyPr>
          <a:lstStyle/>
          <a:p>
            <a:pPr>
              <a:defRPr/>
            </a:pPr>
            <a:r>
              <a:rPr lang="pt-BR"/>
              <a:t>Herança de Atributos</a:t>
            </a:r>
            <a:endParaRPr/>
          </a:p>
        </p:txBody>
      </p:sp>
      <p:sp>
        <p:nvSpPr>
          <p:cNvPr id="861267751" name="Espaço Reservado para Conteúdo 2"/>
          <p:cNvSpPr>
            <a:spLocks noGrp="1"/>
          </p:cNvSpPr>
          <p:nvPr>
            <p:ph idx="1"/>
          </p:nvPr>
        </p:nvSpPr>
        <p:spPr bwMode="auto">
          <a:xfrm>
            <a:off x="838200" y="887896"/>
            <a:ext cx="10515600" cy="5289067"/>
          </a:xfrm>
        </p:spPr>
        <p:txBody>
          <a:bodyPr/>
          <a:lstStyle/>
          <a:p>
            <a:pPr>
              <a:defRPr/>
            </a:pPr>
            <a:r>
              <a:rPr lang="pt-BR"/>
              <a:t>É uma propriedade decisiva das entidades de níveis superior e inferior criadas pela especialização e pela generalização. Através dela, nos relacionamentos de generalização e especialização, as entidades de nível inferior herdam os atributos e os relacionamentos das entidades de nível superior. Como já comentado sobre a Figura </a:t>
            </a:r>
            <a:r>
              <a:rPr lang="pt-BR"/>
              <a:t>segunte</a:t>
            </a:r>
            <a:r>
              <a:rPr lang="pt-BR"/>
              <a:t>, as entidades especializadas P. FISICA e P.JURIDICA herdam todos os atributos e relacionamentos da entidade genérica CLIENTE, podendo ter, adicionalmente, mais algum atributo ou relacionamento próprio.</a:t>
            </a:r>
            <a:endParaRPr/>
          </a:p>
          <a:p>
            <a:pPr>
              <a:defRPr/>
            </a:pPr>
            <a:endParaRPr lang="pt-BR"/>
          </a:p>
        </p:txBody>
      </p:sp>
      <p:pic>
        <p:nvPicPr>
          <p:cNvPr id="526040675" name="Image 80"/>
          <p:cNvPicPr/>
          <p:nvPr/>
        </p:nvPicPr>
        <p:blipFill rotWithShape="1">
          <a:blip r:embed="rId3"/>
          <a:stretch/>
        </p:blipFill>
        <p:spPr bwMode="auto">
          <a:xfrm>
            <a:off x="4358005" y="3977170"/>
            <a:ext cx="3475990" cy="240665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118670628" name="Título 1"/>
          <p:cNvSpPr>
            <a:spLocks noGrp="1"/>
          </p:cNvSpPr>
          <p:nvPr>
            <p:ph type="title"/>
          </p:nvPr>
        </p:nvSpPr>
        <p:spPr bwMode="auto"/>
        <p:txBody>
          <a:bodyPr/>
          <a:lstStyle/>
          <a:p>
            <a:pPr>
              <a:defRPr/>
            </a:pPr>
            <a:r>
              <a:rPr lang="pt-BR"/>
              <a:t>Entidade Associativa (ou Agregação)</a:t>
            </a:r>
            <a:endParaRPr/>
          </a:p>
        </p:txBody>
      </p:sp>
      <p:sp>
        <p:nvSpPr>
          <p:cNvPr id="711337024" name="Espaço Reservado para Conteúdo 2"/>
          <p:cNvSpPr>
            <a:spLocks noGrp="1"/>
          </p:cNvSpPr>
          <p:nvPr>
            <p:ph idx="1"/>
          </p:nvPr>
        </p:nvSpPr>
        <p:spPr bwMode="auto"/>
        <p:txBody>
          <a:bodyPr/>
          <a:lstStyle/>
          <a:p>
            <a:pPr>
              <a:defRPr/>
            </a:pPr>
            <a:r>
              <a:rPr lang="pt-BR"/>
              <a:t>Uma limitação do modelo E-R é que não é possível expressar relacionamento entre relacionamentos. Logo a entidade associativa ou agregação é usada para substituir a associação entre relacionamentos (ou seja, ela ajuda a representar um relacionamento entre relacionamentos), uma vez que faz o relacionamento passar a ser tratado como uma entidade. As notações possíveis podem ser vistas na Figura seguinte. Como visto na figura o relacionamento completo (relacionamento + entidades envolvidas) ou apenas o relacionamento em si é contornado por um retângulo, para representar a agregação</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15336860" name="Título 1"/>
          <p:cNvSpPr>
            <a:spLocks noGrp="1"/>
          </p:cNvSpPr>
          <p:nvPr>
            <p:ph type="title"/>
          </p:nvPr>
        </p:nvSpPr>
        <p:spPr bwMode="auto">
          <a:xfrm>
            <a:off x="838200" y="365125"/>
            <a:ext cx="10515600" cy="498941"/>
          </a:xfrm>
        </p:spPr>
        <p:txBody>
          <a:bodyPr>
            <a:normAutofit fontScale="90000"/>
          </a:bodyPr>
          <a:lstStyle/>
          <a:p>
            <a:pPr>
              <a:defRPr/>
            </a:pPr>
            <a:r>
              <a:rPr lang="pt-BR"/>
              <a:t>Considerações Finais</a:t>
            </a:r>
            <a:endParaRPr/>
          </a:p>
        </p:txBody>
      </p:sp>
      <p:sp>
        <p:nvSpPr>
          <p:cNvPr id="1416699927" name="Espaço Reservado para Conteúdo 2"/>
          <p:cNvSpPr>
            <a:spLocks noGrp="1"/>
          </p:cNvSpPr>
          <p:nvPr>
            <p:ph idx="1"/>
          </p:nvPr>
        </p:nvSpPr>
        <p:spPr bwMode="auto">
          <a:xfrm>
            <a:off x="838200" y="1275127"/>
            <a:ext cx="10515600" cy="4901836"/>
          </a:xfrm>
        </p:spPr>
        <p:txBody>
          <a:bodyPr>
            <a:normAutofit fontScale="92500" lnSpcReduction="10000"/>
          </a:bodyPr>
          <a:lstStyle/>
          <a:p>
            <a:pPr>
              <a:defRPr/>
            </a:pPr>
            <a:r>
              <a:rPr lang="pt-BR"/>
              <a:t>Após o levantamento de requisitos, a modelagem dos dados é a primeira grande  fase no projeto de banco de dados. E dentro das etapas de modelagem, a modelagem conceitual é uma das mais importantes. Uma das vantagens em se trabalhar com projeto conceitual está na possibilidade de se adiar a escolha do SGBD. </a:t>
            </a:r>
            <a:endParaRPr/>
          </a:p>
          <a:p>
            <a:pPr>
              <a:defRPr/>
            </a:pPr>
            <a:r>
              <a:rPr lang="pt-BR"/>
              <a:t>O projetista deve concentrar o maior esforço nesta fase do projeto, pois a passagem para as outras fases é mais ou menos automática. Outra vantagem está na possibilidade de usuários não especialistas em bancos de dados darem diretamente a sua contribuição no projeto conceitual (já que ele é mais fácil de ser compreendido do que os outros modelos do projeto de BD). </a:t>
            </a:r>
            <a:endParaRPr/>
          </a:p>
          <a:p>
            <a:pPr>
              <a:defRPr/>
            </a:pPr>
            <a:r>
              <a:rPr lang="pt-BR"/>
              <a:t>A aproximação com o usuário final melhora bastante a qualidade do projeto.</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34223020" name="Título 1"/>
          <p:cNvSpPr>
            <a:spLocks noGrp="1"/>
          </p:cNvSpPr>
          <p:nvPr>
            <p:ph type="title"/>
          </p:nvPr>
        </p:nvSpPr>
        <p:spPr bwMode="auto">
          <a:xfrm>
            <a:off x="838200" y="365126"/>
            <a:ext cx="10515600" cy="456510"/>
          </a:xfrm>
        </p:spPr>
        <p:txBody>
          <a:bodyPr>
            <a:normAutofit fontScale="90000"/>
          </a:bodyPr>
          <a:lstStyle/>
          <a:p>
            <a:pPr>
              <a:defRPr/>
            </a:pPr>
            <a:r>
              <a:rPr lang="pt-BR"/>
              <a:t>EXERCÍCIOS</a:t>
            </a:r>
            <a:endParaRPr/>
          </a:p>
        </p:txBody>
      </p:sp>
      <p:sp>
        <p:nvSpPr>
          <p:cNvPr id="986422256" name="Espaço Reservado para Conteúdo 2"/>
          <p:cNvSpPr>
            <a:spLocks noGrp="1"/>
          </p:cNvSpPr>
          <p:nvPr>
            <p:ph idx="1"/>
          </p:nvPr>
        </p:nvSpPr>
        <p:spPr bwMode="auto">
          <a:xfrm>
            <a:off x="838200" y="1033670"/>
            <a:ext cx="10515600" cy="5143293"/>
          </a:xfrm>
        </p:spPr>
        <p:txBody>
          <a:bodyPr/>
          <a:lstStyle/>
          <a:p>
            <a:pPr>
              <a:defRPr/>
            </a:pPr>
            <a:r>
              <a:rPr lang="pt-BR"/>
              <a:t>1. Em um modelo de entidade e relacionamento, a cardinalidade que representa que a entidade Cliente possui um ou mais fornecedores assim como a entidade Fornecedor possui um ou mais clientes é de?</a:t>
            </a:r>
            <a:endParaRPr/>
          </a:p>
          <a:p>
            <a:pPr>
              <a:defRPr/>
            </a:pPr>
            <a:r>
              <a:rPr lang="pt-BR"/>
              <a:t>2. Quais as Etapas do Projeto de Banco de Dados?</a:t>
            </a:r>
            <a:endParaRPr/>
          </a:p>
          <a:p>
            <a:pPr>
              <a:defRPr/>
            </a:pPr>
            <a:r>
              <a:rPr lang="pt-BR"/>
              <a:t>3. Defina entidade no MER</a:t>
            </a:r>
            <a:endParaRPr/>
          </a:p>
          <a:p>
            <a:pPr>
              <a:defRPr/>
            </a:pPr>
            <a:r>
              <a:rPr lang="pt-BR"/>
              <a:t>4. Defina Relacionamento no MER</a:t>
            </a:r>
            <a:endParaRPr/>
          </a:p>
          <a:p>
            <a:pPr>
              <a:defRPr/>
            </a:pPr>
            <a:r>
              <a:rPr lang="pt-BR"/>
              <a:t>5. Faça os Modelos abaixo das seguintes situações </a:t>
            </a:r>
            <a:endParaRPr/>
          </a:p>
          <a:p>
            <a:pPr>
              <a:defRPr/>
            </a:pPr>
            <a:r>
              <a:rPr lang="pt-BR"/>
              <a:t>a. Um diretor dirige no máximo um departamento. Um departamento tem no máximo um diretor.</a:t>
            </a:r>
            <a:endParaRPr/>
          </a:p>
          <a:p>
            <a:pPr>
              <a:defRPr/>
            </a:pPr>
            <a:endParaRPr lang="pt-B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14819096" name="Título 1"/>
          <p:cNvSpPr>
            <a:spLocks noGrp="1"/>
          </p:cNvSpPr>
          <p:nvPr>
            <p:ph type="title"/>
          </p:nvPr>
        </p:nvSpPr>
        <p:spPr bwMode="auto"/>
        <p:txBody>
          <a:bodyPr/>
          <a:lstStyle/>
          <a:p>
            <a:pPr>
              <a:defRPr/>
            </a:pPr>
            <a:r>
              <a:rPr lang="pt-BR"/>
              <a:t>Exercícios</a:t>
            </a:r>
            <a:endParaRPr/>
          </a:p>
        </p:txBody>
      </p:sp>
      <p:sp>
        <p:nvSpPr>
          <p:cNvPr id="1670248464" name="Espaço Reservado para Conteúdo 2"/>
          <p:cNvSpPr>
            <a:spLocks noGrp="1"/>
          </p:cNvSpPr>
          <p:nvPr>
            <p:ph idx="1"/>
          </p:nvPr>
        </p:nvSpPr>
        <p:spPr bwMode="auto"/>
        <p:txBody>
          <a:bodyPr>
            <a:normAutofit/>
          </a:bodyPr>
          <a:lstStyle/>
          <a:p>
            <a:pPr>
              <a:defRPr/>
            </a:pPr>
            <a:r>
              <a:rPr lang="pt-BR"/>
              <a:t>b. Um berçário deseja informatizar suas operações. Quando um bebê nasce, algumas informações são armazenadas sobre ele, tais como: nome, data do nascimento, peso do nascimento, altura, a mãe deste bebê e o médico que fez seu parto.</a:t>
            </a:r>
            <a:endParaRPr/>
          </a:p>
          <a:p>
            <a:pPr>
              <a:defRPr/>
            </a:pPr>
            <a:r>
              <a:rPr lang="pt-BR"/>
              <a:t>Para as mães, o berçário também deseja manter um controle, guardando informações como: nome, endereço, telefone e data de nascimento.</a:t>
            </a:r>
            <a:endParaRPr/>
          </a:p>
          <a:p>
            <a:pPr>
              <a:defRPr/>
            </a:pPr>
            <a:r>
              <a:rPr lang="pt-BR"/>
              <a:t>Para os médicos, é importante saber: CRM, nome, telefone celular e especialidade.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65928191" name="Título 1"/>
          <p:cNvSpPr>
            <a:spLocks noGrp="1"/>
          </p:cNvSpPr>
          <p:nvPr>
            <p:ph type="title"/>
          </p:nvPr>
        </p:nvSpPr>
        <p:spPr bwMode="auto"/>
        <p:txBody>
          <a:bodyPr/>
          <a:lstStyle/>
          <a:p>
            <a:pPr>
              <a:defRPr/>
            </a:pPr>
            <a:r>
              <a:rPr lang="pt-BR"/>
              <a:t>Exercícios</a:t>
            </a:r>
            <a:endParaRPr/>
          </a:p>
        </p:txBody>
      </p:sp>
      <p:sp>
        <p:nvSpPr>
          <p:cNvPr id="1222046840" name="Espaço Reservado para Conteúdo 2"/>
          <p:cNvSpPr>
            <a:spLocks noGrp="1"/>
          </p:cNvSpPr>
          <p:nvPr>
            <p:ph idx="1"/>
          </p:nvPr>
        </p:nvSpPr>
        <p:spPr bwMode="auto"/>
        <p:txBody>
          <a:bodyPr>
            <a:normAutofit/>
          </a:bodyPr>
          <a:lstStyle/>
          <a:p>
            <a:pPr>
              <a:defRPr/>
            </a:pPr>
            <a:r>
              <a:rPr lang="pt-BR"/>
              <a:t>c. Uma floricultura deseja informatizar suas operações. Inicialmente, deseja manter um cadastro de todos os seus clientes, mantendo informações como: RG, nome, telefone e endereço. </a:t>
            </a:r>
            <a:endParaRPr/>
          </a:p>
          <a:p>
            <a:pPr>
              <a:defRPr/>
            </a:pPr>
            <a:r>
              <a:rPr lang="pt-BR"/>
              <a:t>Deseja também manter um cadastro contendo informações sobre os produtos que vende, tais como: nome do produto, tipo (flor, vaso, planta,...), preço e quantidade em estoque.</a:t>
            </a:r>
            <a:endParaRPr/>
          </a:p>
          <a:p>
            <a:pPr>
              <a:defRPr/>
            </a:pPr>
            <a:r>
              <a:rPr lang="pt-BR"/>
              <a:t>Quando um cliente faz uma compra, a mesma é armazenada, mantendo informação sobre o cliente que fez a compra, a data da compra, o valor total e os produtos comprados.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86166828" name="Título 1"/>
          <p:cNvSpPr>
            <a:spLocks noGrp="1"/>
          </p:cNvSpPr>
          <p:nvPr>
            <p:ph type="title"/>
          </p:nvPr>
        </p:nvSpPr>
        <p:spPr bwMode="auto"/>
        <p:txBody>
          <a:bodyPr/>
          <a:lstStyle/>
          <a:p>
            <a:pPr>
              <a:defRPr/>
            </a:pPr>
            <a:r>
              <a:rPr lang="pt-BR"/>
              <a:t>Obrigado..........................</a:t>
            </a:r>
            <a:endParaRPr/>
          </a:p>
        </p:txBody>
      </p:sp>
      <p:sp>
        <p:nvSpPr>
          <p:cNvPr id="2023430407" name="Espaço Reservado para Conteúdo 2"/>
          <p:cNvSpPr>
            <a:spLocks noGrp="1"/>
          </p:cNvSpPr>
          <p:nvPr>
            <p:ph idx="1"/>
          </p:nvPr>
        </p:nvSpPr>
        <p:spPr bwMode="auto"/>
        <p:txBody>
          <a:bodyPr/>
          <a:lstStyle/>
          <a:p>
            <a:pPr>
              <a:defRPr/>
            </a:pPr>
            <a:endParaRPr lang="pt-B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Arial"/>
        <a:cs typeface="Arial"/>
      </a:majorFont>
      <a:minorFont>
        <a:latin typeface="Calibr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
      <a:majorFont>
        <a:latin typeface="Calibri Light"/>
        <a:ea typeface="Arial"/>
        <a:cs typeface="Arial"/>
      </a:majorFont>
      <a:minorFont>
        <a:latin typeface="Calibr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ONLYOFFICE/9.3.0.140</Application>
  <PresentationFormat>On-screen Show (4:3)</PresentationFormat>
  <Paragraphs>0</Paragraphs>
  <Slides>59</Slides>
  <Notes>59</Notes>
  <HiddenSlides>0</HiddenSlides>
  <MMClips>2</MMClips>
  <ScaleCrop>0</ScaleCrop>
  <HeadingPairs>
    <vt:vector size="4" baseType="variant">
      <vt:variant>
        <vt:lpstr>Theme</vt:lpstr>
      </vt:variant>
      <vt:variant>
        <vt:i4>1</vt:i4>
      </vt:variant>
      <vt:variant>
        <vt:lpstr>Slide Titles</vt:lpstr>
      </vt:variant>
      <vt:variant>
        <vt:i4>59</vt:i4>
      </vt:variant>
    </vt:vector>
  </HeadingPairs>
  <TitlesOfParts>
    <vt:vector size="60"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vector>
  </TitlesOfParts>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Modelagem de Banco de Dados</dc:title>
  <dc:creator>edidio.lima@fatec.sp.gov.br</dc:creator>
  <cp:lastModifiedBy/>
  <cp:revision>46</cp:revision>
  <dcterms:created xsi:type="dcterms:W3CDTF">2018-03-16T09:24:09Z</dcterms:created>
  <dcterms:modified xsi:type="dcterms:W3CDTF">2026-08-25T16:38:13Z</dcterms:modified>
</cp:coreProperties>
</file>